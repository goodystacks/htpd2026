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2743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3657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4572000" algn="l" defTabSz="18288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5486400" algn="l" defTabSz="18288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6400800" algn="l" defTabSz="18288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7315200" algn="l" defTabSz="18288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0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050C"/>
    <a:srgbClr val="C4012F"/>
    <a:srgbClr val="E1E5E7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BA051-8473-4D40-963B-52947188470F}" v="328" dt="2026-06-05T15:13:31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6" autoAdjust="0"/>
    <p:restoredTop sz="93243" autoAdjust="0"/>
  </p:normalViewPr>
  <p:slideViewPr>
    <p:cSldViewPr snapToGrid="0">
      <p:cViewPr>
        <p:scale>
          <a:sx n="65" d="100"/>
          <a:sy n="65" d="100"/>
        </p:scale>
        <p:origin x="-9664" y="-9112"/>
      </p:cViewPr>
      <p:guideLst>
        <p:guide orient="horz"/>
        <p:guide pos="202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36576" cy="3657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yne Goodman" userId="3fb128b4-586e-4378-ad44-67675992d977" providerId="ADAL" clId="{2FA6A740-E706-4940-8072-B286D321D8E8}"/>
    <pc:docChg chg="undo redo custSel modSld modMainMaster modNotesMaster">
      <pc:chgData name="Wayne Goodman" userId="3fb128b4-586e-4378-ad44-67675992d977" providerId="ADAL" clId="{2FA6A740-E706-4940-8072-B286D321D8E8}" dt="2026-06-05T15:40:55.742" v="3019" actId="6549"/>
      <pc:docMkLst>
        <pc:docMk/>
      </pc:docMkLst>
      <pc:sldChg chg="addSp delSp modSp mod modNotes">
        <pc:chgData name="Wayne Goodman" userId="3fb128b4-586e-4378-ad44-67675992d977" providerId="ADAL" clId="{2FA6A740-E706-4940-8072-B286D321D8E8}" dt="2026-06-05T15:40:55.742" v="3019" actId="6549"/>
        <pc:sldMkLst>
          <pc:docMk/>
          <pc:sldMk cId="0" sldId="256"/>
        </pc:sldMkLst>
        <pc:spChg chg="mod">
          <ac:chgData name="Wayne Goodman" userId="3fb128b4-586e-4378-ad44-67675992d977" providerId="ADAL" clId="{2FA6A740-E706-4940-8072-B286D321D8E8}" dt="2026-06-04T18:09:18.259" v="59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Wayne Goodman" userId="3fb128b4-586e-4378-ad44-67675992d977" providerId="ADAL" clId="{2FA6A740-E706-4940-8072-B286D321D8E8}" dt="2026-06-05T15:19:37.098" v="3007" actId="20577"/>
          <ac:spMkLst>
            <pc:docMk/>
            <pc:sldMk cId="0" sldId="256"/>
            <ac:spMk id="12" creationId="{FE8CD52A-E4FA-EF52-2A68-840B2CF5EEC6}"/>
          </ac:spMkLst>
        </pc:spChg>
        <pc:spChg chg="mod">
          <ac:chgData name="Wayne Goodman" userId="3fb128b4-586e-4378-ad44-67675992d977" providerId="ADAL" clId="{2FA6A740-E706-4940-8072-B286D321D8E8}" dt="2026-06-04T18:38:18.785" v="1157" actId="14100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Wayne Goodman" userId="3fb128b4-586e-4378-ad44-67675992d977" providerId="ADAL" clId="{2FA6A740-E706-4940-8072-B286D321D8E8}" dt="2026-06-04T19:06:20.863" v="1738" actId="164"/>
          <ac:spMkLst>
            <pc:docMk/>
            <pc:sldMk cId="0" sldId="256"/>
            <ac:spMk id="25" creationId="{0DF6BDE5-0700-4AF7-6480-0B023DD6F79E}"/>
          </ac:spMkLst>
        </pc:spChg>
        <pc:spChg chg="mod">
          <ac:chgData name="Wayne Goodman" userId="3fb128b4-586e-4378-ad44-67675992d977" providerId="ADAL" clId="{2FA6A740-E706-4940-8072-B286D321D8E8}" dt="2026-06-04T19:23:00.966" v="1765" actId="20577"/>
          <ac:spMkLst>
            <pc:docMk/>
            <pc:sldMk cId="0" sldId="256"/>
            <ac:spMk id="26" creationId="{604DDD58-C7E3-1851-9110-C3C09489370E}"/>
          </ac:spMkLst>
        </pc:spChg>
        <pc:spChg chg="mod">
          <ac:chgData name="Wayne Goodman" userId="3fb128b4-586e-4378-ad44-67675992d977" providerId="ADAL" clId="{2FA6A740-E706-4940-8072-B286D321D8E8}" dt="2026-06-04T18:12:02.313" v="601" actId="1076"/>
          <ac:spMkLst>
            <pc:docMk/>
            <pc:sldMk cId="0" sldId="256"/>
            <ac:spMk id="27" creationId="{0415650F-9C47-77C3-0A9B-52B4C80CE56E}"/>
          </ac:spMkLst>
        </pc:spChg>
        <pc:spChg chg="mod ord">
          <ac:chgData name="Wayne Goodman" userId="3fb128b4-586e-4378-ad44-67675992d977" providerId="ADAL" clId="{2FA6A740-E706-4940-8072-B286D321D8E8}" dt="2026-06-04T18:14:47.301" v="630" actId="1076"/>
          <ac:spMkLst>
            <pc:docMk/>
            <pc:sldMk cId="0" sldId="256"/>
            <ac:spMk id="28" creationId="{C49FA72D-61DB-7095-AEA1-4359F086B91F}"/>
          </ac:spMkLst>
        </pc:spChg>
        <pc:spChg chg="add mod">
          <ac:chgData name="Wayne Goodman" userId="3fb128b4-586e-4378-ad44-67675992d977" providerId="ADAL" clId="{2FA6A740-E706-4940-8072-B286D321D8E8}" dt="2026-06-04T19:06:20.863" v="1738" actId="164"/>
          <ac:spMkLst>
            <pc:docMk/>
            <pc:sldMk cId="0" sldId="256"/>
            <ac:spMk id="29" creationId="{C77FBD60-B4C9-6007-30A3-DF87BDE1388F}"/>
          </ac:spMkLst>
        </pc:spChg>
        <pc:spChg chg="mod">
          <ac:chgData name="Wayne Goodman" userId="3fb128b4-586e-4378-ad44-67675992d977" providerId="ADAL" clId="{2FA6A740-E706-4940-8072-B286D321D8E8}" dt="2026-06-04T18:14:16.401" v="615" actId="164"/>
          <ac:spMkLst>
            <pc:docMk/>
            <pc:sldMk cId="0" sldId="256"/>
            <ac:spMk id="44" creationId="{47850E27-4630-4F44-DC10-3087C2BF74F2}"/>
          </ac:spMkLst>
        </pc:spChg>
        <pc:spChg chg="mod topLvl">
          <ac:chgData name="Wayne Goodman" userId="3fb128b4-586e-4378-ad44-67675992d977" providerId="ADAL" clId="{2FA6A740-E706-4940-8072-B286D321D8E8}" dt="2026-06-04T18:14:16.401" v="615" actId="164"/>
          <ac:spMkLst>
            <pc:docMk/>
            <pc:sldMk cId="0" sldId="256"/>
            <ac:spMk id="46" creationId="{88ADFFE6-34E2-B142-670D-DE7482E46D4B}"/>
          </ac:spMkLst>
        </pc:spChg>
        <pc:spChg chg="mod">
          <ac:chgData name="Wayne Goodman" userId="3fb128b4-586e-4378-ad44-67675992d977" providerId="ADAL" clId="{2FA6A740-E706-4940-8072-B286D321D8E8}" dt="2026-06-04T18:08:56.759" v="590" actId="1076"/>
          <ac:spMkLst>
            <pc:docMk/>
            <pc:sldMk cId="0" sldId="256"/>
            <ac:spMk id="57" creationId="{DD18D9B4-018A-46D4-BD3A-8EF577BA1068}"/>
          </ac:spMkLst>
        </pc:spChg>
        <pc:spChg chg="mod">
          <ac:chgData name="Wayne Goodman" userId="3fb128b4-586e-4378-ad44-67675992d977" providerId="ADAL" clId="{2FA6A740-E706-4940-8072-B286D321D8E8}" dt="2026-06-05T15:40:55.742" v="3019" actId="6549"/>
          <ac:spMkLst>
            <pc:docMk/>
            <pc:sldMk cId="0" sldId="256"/>
            <ac:spMk id="64" creationId="{6972E9AC-E752-4108-9742-5E495583D633}"/>
          </ac:spMkLst>
        </pc:spChg>
        <pc:spChg chg="add mod">
          <ac:chgData name="Wayne Goodman" userId="3fb128b4-586e-4378-ad44-67675992d977" providerId="ADAL" clId="{2FA6A740-E706-4940-8072-B286D321D8E8}" dt="2026-06-05T13:25:13.434" v="2714" actId="1076"/>
          <ac:spMkLst>
            <pc:docMk/>
            <pc:sldMk cId="0" sldId="256"/>
            <ac:spMk id="66" creationId="{F7FB5600-1E0F-210C-2BB6-F33079D35BCD}"/>
          </ac:spMkLst>
        </pc:spChg>
        <pc:spChg chg="mod">
          <ac:chgData name="Wayne Goodman" userId="3fb128b4-586e-4378-ad44-67675992d977" providerId="ADAL" clId="{2FA6A740-E706-4940-8072-B286D321D8E8}" dt="2026-06-04T19:31:49.587" v="2103" actId="20577"/>
          <ac:spMkLst>
            <pc:docMk/>
            <pc:sldMk cId="0" sldId="256"/>
            <ac:spMk id="67" creationId="{4CF7D7F8-163A-4C79-A6CE-A166FB25F45E}"/>
          </ac:spMkLst>
        </pc:spChg>
        <pc:spChg chg="add mod">
          <ac:chgData name="Wayne Goodman" userId="3fb128b4-586e-4378-ad44-67675992d977" providerId="ADAL" clId="{2FA6A740-E706-4940-8072-B286D321D8E8}" dt="2026-06-05T13:25:24.252" v="2716" actId="1076"/>
          <ac:spMkLst>
            <pc:docMk/>
            <pc:sldMk cId="0" sldId="256"/>
            <ac:spMk id="68" creationId="{3A027416-54D7-30FF-6CED-E15CBFCC6A85}"/>
          </ac:spMkLst>
        </pc:spChg>
        <pc:spChg chg="mod">
          <ac:chgData name="Wayne Goodman" userId="3fb128b4-586e-4378-ad44-67675992d977" providerId="ADAL" clId="{2FA6A740-E706-4940-8072-B286D321D8E8}" dt="2026-06-04T18:05:47.459" v="569" actId="14100"/>
          <ac:spMkLst>
            <pc:docMk/>
            <pc:sldMk cId="0" sldId="256"/>
            <ac:spMk id="69" creationId="{4118C9B6-1CC7-421C-B177-19C1ADBF5D4B}"/>
          </ac:spMkLst>
        </pc:spChg>
        <pc:spChg chg="mod">
          <ac:chgData name="Wayne Goodman" userId="3fb128b4-586e-4378-ad44-67675992d977" providerId="ADAL" clId="{2FA6A740-E706-4940-8072-B286D321D8E8}" dt="2026-06-04T18:17:06.751" v="649" actId="1076"/>
          <ac:spMkLst>
            <pc:docMk/>
            <pc:sldMk cId="0" sldId="256"/>
            <ac:spMk id="72" creationId="{ECD76BF7-2E04-4307-982B-AAB5D129CF20}"/>
          </ac:spMkLst>
        </pc:spChg>
        <pc:spChg chg="mod">
          <ac:chgData name="Wayne Goodman" userId="3fb128b4-586e-4378-ad44-67675992d977" providerId="ADAL" clId="{2FA6A740-E706-4940-8072-B286D321D8E8}" dt="2026-06-04T18:38:28.746" v="1158" actId="1076"/>
          <ac:spMkLst>
            <pc:docMk/>
            <pc:sldMk cId="0" sldId="256"/>
            <ac:spMk id="76" creationId="{C5680D3C-8851-4947-9AB3-61652AB4A4E8}"/>
          </ac:spMkLst>
        </pc:spChg>
        <pc:spChg chg="add del">
          <ac:chgData name="Wayne Goodman" userId="3fb128b4-586e-4378-ad44-67675992d977" providerId="ADAL" clId="{2FA6A740-E706-4940-8072-B286D321D8E8}" dt="2026-06-05T15:17:22.962" v="2939" actId="22"/>
          <ac:spMkLst>
            <pc:docMk/>
            <pc:sldMk cId="0" sldId="256"/>
            <ac:spMk id="77" creationId="{77F5D866-3981-37EA-9047-320462472223}"/>
          </ac:spMkLst>
        </pc:spChg>
        <pc:spChg chg="mod">
          <ac:chgData name="Wayne Goodman" userId="3fb128b4-586e-4378-ad44-67675992d977" providerId="ADAL" clId="{2FA6A740-E706-4940-8072-B286D321D8E8}" dt="2026-06-04T18:12:06.817" v="602" actId="1076"/>
          <ac:spMkLst>
            <pc:docMk/>
            <pc:sldMk cId="0" sldId="256"/>
            <ac:spMk id="78" creationId="{719EE872-981A-4016-BBCD-953ECC0E402D}"/>
          </ac:spMkLst>
        </pc:spChg>
        <pc:spChg chg="mod">
          <ac:chgData name="Wayne Goodman" userId="3fb128b4-586e-4378-ad44-67675992d977" providerId="ADAL" clId="{2FA6A740-E706-4940-8072-B286D321D8E8}" dt="2026-06-04T19:25:19.991" v="1776" actId="20577"/>
          <ac:spMkLst>
            <pc:docMk/>
            <pc:sldMk cId="0" sldId="256"/>
            <ac:spMk id="79" creationId="{48B42D12-F7B2-4985-B8C6-79C371214B2E}"/>
          </ac:spMkLst>
        </pc:spChg>
        <pc:spChg chg="mod">
          <ac:chgData name="Wayne Goodman" userId="3fb128b4-586e-4378-ad44-67675992d977" providerId="ADAL" clId="{2FA6A740-E706-4940-8072-B286D321D8E8}" dt="2026-06-05T15:13:31.393" v="2919" actId="20577"/>
          <ac:spMkLst>
            <pc:docMk/>
            <pc:sldMk cId="0" sldId="256"/>
            <ac:spMk id="88" creationId="{673732EB-6A4A-4162-83FB-28B4C4DFD773}"/>
          </ac:spMkLst>
        </pc:spChg>
        <pc:spChg chg="mod">
          <ac:chgData name="Wayne Goodman" userId="3fb128b4-586e-4378-ad44-67675992d977" providerId="ADAL" clId="{2FA6A740-E706-4940-8072-B286D321D8E8}" dt="2026-06-04T18:12:56.500" v="609" actId="14100"/>
          <ac:spMkLst>
            <pc:docMk/>
            <pc:sldMk cId="0" sldId="256"/>
            <ac:spMk id="131" creationId="{7CF116C8-31FD-453E-9D76-B2BE1F070C0F}"/>
          </ac:spMkLst>
        </pc:spChg>
        <pc:spChg chg="mod">
          <ac:chgData name="Wayne Goodman" userId="3fb128b4-586e-4378-ad44-67675992d977" providerId="ADAL" clId="{2FA6A740-E706-4940-8072-B286D321D8E8}" dt="2026-06-04T18:12:11.862" v="603" actId="1076"/>
          <ac:spMkLst>
            <pc:docMk/>
            <pc:sldMk cId="0" sldId="256"/>
            <ac:spMk id="132" creationId="{F35AEF50-8D05-4B51-94DC-5A84C76F147F}"/>
          </ac:spMkLst>
        </pc:spChg>
        <pc:spChg chg="mod">
          <ac:chgData name="Wayne Goodman" userId="3fb128b4-586e-4378-ad44-67675992d977" providerId="ADAL" clId="{2FA6A740-E706-4940-8072-B286D321D8E8}" dt="2026-06-04T18:07:45.701" v="584" actId="1076"/>
          <ac:spMkLst>
            <pc:docMk/>
            <pc:sldMk cId="0" sldId="256"/>
            <ac:spMk id="2051" creationId="{00000000-0000-0000-0000-000000000000}"/>
          </ac:spMkLst>
        </pc:spChg>
        <pc:spChg chg="mod">
          <ac:chgData name="Wayne Goodman" userId="3fb128b4-586e-4378-ad44-67675992d977" providerId="ADAL" clId="{2FA6A740-E706-4940-8072-B286D321D8E8}" dt="2026-06-04T18:08:17.959" v="587" actId="1076"/>
          <ac:spMkLst>
            <pc:docMk/>
            <pc:sldMk cId="0" sldId="256"/>
            <ac:spMk id="2052" creationId="{00000000-0000-0000-0000-000000000000}"/>
          </ac:spMkLst>
        </pc:spChg>
        <pc:grpChg chg="add mod">
          <ac:chgData name="Wayne Goodman" userId="3fb128b4-586e-4378-ad44-67675992d977" providerId="ADAL" clId="{2FA6A740-E706-4940-8072-B286D321D8E8}" dt="2026-06-04T18:13:50.094" v="612" actId="164"/>
          <ac:grpSpMkLst>
            <pc:docMk/>
            <pc:sldMk cId="0" sldId="256"/>
            <ac:grpSpMk id="2" creationId="{235B8913-7875-32DD-86EE-7E823B5238F6}"/>
          </ac:grpSpMkLst>
        </pc:grpChg>
        <pc:grpChg chg="del mod">
          <ac:chgData name="Wayne Goodman" userId="3fb128b4-586e-4378-ad44-67675992d977" providerId="ADAL" clId="{2FA6A740-E706-4940-8072-B286D321D8E8}" dt="2026-06-04T18:58:38.419" v="1648" actId="478"/>
          <ac:grpSpMkLst>
            <pc:docMk/>
            <pc:sldMk cId="0" sldId="256"/>
            <ac:grpSpMk id="21" creationId="{B6E63ABD-E267-4267-1FEA-6853F1891B97}"/>
          </ac:grpSpMkLst>
        </pc:grpChg>
        <pc:grpChg chg="mod">
          <ac:chgData name="Wayne Goodman" userId="3fb128b4-586e-4378-ad44-67675992d977" providerId="ADAL" clId="{2FA6A740-E706-4940-8072-B286D321D8E8}" dt="2026-06-04T18:37:11.228" v="1145" actId="1076"/>
          <ac:grpSpMkLst>
            <pc:docMk/>
            <pc:sldMk cId="0" sldId="256"/>
            <ac:grpSpMk id="36" creationId="{E0BA4300-F504-0A8A-EA3F-72BA21825C98}"/>
          </ac:grpSpMkLst>
        </pc:grpChg>
        <pc:grpChg chg="mod ord topLvl">
          <ac:chgData name="Wayne Goodman" userId="3fb128b4-586e-4378-ad44-67675992d977" providerId="ADAL" clId="{2FA6A740-E706-4940-8072-B286D321D8E8}" dt="2026-06-01T18:49:53.245" v="359" actId="165"/>
          <ac:grpSpMkLst>
            <pc:docMk/>
            <pc:sldMk cId="0" sldId="256"/>
            <ac:grpSpMk id="45" creationId="{26360B97-3D0B-5684-6753-7D16BDE37FA5}"/>
          </ac:grpSpMkLst>
        </pc:grpChg>
        <pc:grpChg chg="add del mod ord">
          <ac:chgData name="Wayne Goodman" userId="3fb128b4-586e-4378-ad44-67675992d977" providerId="ADAL" clId="{2FA6A740-E706-4940-8072-B286D321D8E8}" dt="2026-06-04T18:32:35.632" v="1050" actId="171"/>
          <ac:grpSpMkLst>
            <pc:docMk/>
            <pc:sldMk cId="0" sldId="256"/>
            <ac:grpSpMk id="47" creationId="{7191E345-7DF9-0F34-9EDA-7CBF78FABC7C}"/>
          </ac:grpSpMkLst>
        </pc:grpChg>
        <pc:grpChg chg="add mod">
          <ac:chgData name="Wayne Goodman" userId="3fb128b4-586e-4378-ad44-67675992d977" providerId="ADAL" clId="{2FA6A740-E706-4940-8072-B286D321D8E8}" dt="2026-06-04T19:06:20.863" v="1738" actId="164"/>
          <ac:grpSpMkLst>
            <pc:docMk/>
            <pc:sldMk cId="0" sldId="256"/>
            <ac:grpSpMk id="56" creationId="{4D16BEBE-DF50-FD06-B1C7-47C57E762572}"/>
          </ac:grpSpMkLst>
        </pc:grpChg>
        <pc:graphicFrameChg chg="add mod">
          <ac:chgData name="Wayne Goodman" userId="3fb128b4-586e-4378-ad44-67675992d977" providerId="ADAL" clId="{2FA6A740-E706-4940-8072-B286D321D8E8}" dt="2026-06-04T19:17:19.389" v="1743"/>
          <ac:graphicFrameMkLst>
            <pc:docMk/>
            <pc:sldMk cId="0" sldId="256"/>
            <ac:graphicFrameMk id="60" creationId="{CDC137EC-C97E-C9DA-468D-9438D7EF6A6A}"/>
          </ac:graphicFrameMkLst>
        </pc:graphicFrameChg>
        <pc:picChg chg="mod">
          <ac:chgData name="Wayne Goodman" userId="3fb128b4-586e-4378-ad44-67675992d977" providerId="ADAL" clId="{2FA6A740-E706-4940-8072-B286D321D8E8}" dt="2026-06-04T18:39:36.016" v="1193" actId="1076"/>
          <ac:picMkLst>
            <pc:docMk/>
            <pc:sldMk cId="0" sldId="256"/>
            <ac:picMk id="3" creationId="{55CF6856-36FF-BC7D-5F05-A06996A7C796}"/>
          </ac:picMkLst>
        </pc:picChg>
        <pc:picChg chg="mod">
          <ac:chgData name="Wayne Goodman" userId="3fb128b4-586e-4378-ad44-67675992d977" providerId="ADAL" clId="{2FA6A740-E706-4940-8072-B286D321D8E8}" dt="2026-06-04T18:39:15.241" v="1174" actId="1076"/>
          <ac:picMkLst>
            <pc:docMk/>
            <pc:sldMk cId="0" sldId="256"/>
            <ac:picMk id="4" creationId="{1D701698-8FBC-2253-2069-F14FC4375002}"/>
          </ac:picMkLst>
        </pc:picChg>
        <pc:picChg chg="mod">
          <ac:chgData name="Wayne Goodman" userId="3fb128b4-586e-4378-ad44-67675992d977" providerId="ADAL" clId="{2FA6A740-E706-4940-8072-B286D321D8E8}" dt="2026-06-04T18:39:06.039" v="1169" actId="1076"/>
          <ac:picMkLst>
            <pc:docMk/>
            <pc:sldMk cId="0" sldId="256"/>
            <ac:picMk id="5" creationId="{020F8C07-0328-E107-EE1C-E705DBF953E1}"/>
          </ac:picMkLst>
        </pc:picChg>
        <pc:picChg chg="mod">
          <ac:chgData name="Wayne Goodman" userId="3fb128b4-586e-4378-ad44-67675992d977" providerId="ADAL" clId="{2FA6A740-E706-4940-8072-B286D321D8E8}" dt="2026-06-04T18:13:03.173" v="611" actId="1037"/>
          <ac:picMkLst>
            <pc:docMk/>
            <pc:sldMk cId="0" sldId="256"/>
            <ac:picMk id="8" creationId="{652C2356-CB5B-D9C6-011D-8285BA4319AE}"/>
          </ac:picMkLst>
        </pc:picChg>
        <pc:picChg chg="mod">
          <ac:chgData name="Wayne Goodman" userId="3fb128b4-586e-4378-ad44-67675992d977" providerId="ADAL" clId="{2FA6A740-E706-4940-8072-B286D321D8E8}" dt="2026-06-04T19:06:20.863" v="1738" actId="164"/>
          <ac:picMkLst>
            <pc:docMk/>
            <pc:sldMk cId="0" sldId="256"/>
            <ac:picMk id="10" creationId="{971C43D7-A9C9-42AA-6129-764D365F7743}"/>
          </ac:picMkLst>
        </pc:picChg>
        <pc:picChg chg="mod">
          <ac:chgData name="Wayne Goodman" userId="3fb128b4-586e-4378-ad44-67675992d977" providerId="ADAL" clId="{2FA6A740-E706-4940-8072-B286D321D8E8}" dt="2026-06-04T18:39:25.277" v="1185" actId="1076"/>
          <ac:picMkLst>
            <pc:docMk/>
            <pc:sldMk cId="0" sldId="256"/>
            <ac:picMk id="11" creationId="{959FF141-F762-BA28-9C96-D070CBDE49EF}"/>
          </ac:picMkLst>
        </pc:picChg>
        <pc:picChg chg="mod">
          <ac:chgData name="Wayne Goodman" userId="3fb128b4-586e-4378-ad44-67675992d977" providerId="ADAL" clId="{2FA6A740-E706-4940-8072-B286D321D8E8}" dt="2026-06-04T18:37:50.226" v="1154" actId="1076"/>
          <ac:picMkLst>
            <pc:docMk/>
            <pc:sldMk cId="0" sldId="256"/>
            <ac:picMk id="14" creationId="{949B0949-165D-F301-9007-2CA58FFCC201}"/>
          </ac:picMkLst>
        </pc:picChg>
        <pc:picChg chg="del mod">
          <ac:chgData name="Wayne Goodman" userId="3fb128b4-586e-4378-ad44-67675992d977" providerId="ADAL" clId="{2FA6A740-E706-4940-8072-B286D321D8E8}" dt="2026-06-04T18:48:04.422" v="1253" actId="478"/>
          <ac:picMkLst>
            <pc:docMk/>
            <pc:sldMk cId="0" sldId="256"/>
            <ac:picMk id="16" creationId="{22C01B8E-94C4-369D-4123-8B27CED8C790}"/>
          </ac:picMkLst>
        </pc:picChg>
        <pc:picChg chg="mod modCrop">
          <ac:chgData name="Wayne Goodman" userId="3fb128b4-586e-4378-ad44-67675992d977" providerId="ADAL" clId="{2FA6A740-E706-4940-8072-B286D321D8E8}" dt="2026-06-04T18:39:29.463" v="1190" actId="1076"/>
          <ac:picMkLst>
            <pc:docMk/>
            <pc:sldMk cId="0" sldId="256"/>
            <ac:picMk id="18" creationId="{1E6A8196-301C-6256-8835-8DA94E76B56C}"/>
          </ac:picMkLst>
        </pc:picChg>
        <pc:picChg chg="add mod">
          <ac:chgData name="Wayne Goodman" userId="3fb128b4-586e-4378-ad44-67675992d977" providerId="ADAL" clId="{2FA6A740-E706-4940-8072-B286D321D8E8}" dt="2026-06-04T18:46:23.292" v="1240" actId="1076"/>
          <ac:picMkLst>
            <pc:docMk/>
            <pc:sldMk cId="0" sldId="256"/>
            <ac:picMk id="19" creationId="{031B231B-18DE-4880-5010-631427E12CF7}"/>
          </ac:picMkLst>
        </pc:picChg>
        <pc:picChg chg="add mod">
          <ac:chgData name="Wayne Goodman" userId="3fb128b4-586e-4378-ad44-67675992d977" providerId="ADAL" clId="{2FA6A740-E706-4940-8072-B286D321D8E8}" dt="2026-06-04T18:53:23.179" v="1638" actId="1035"/>
          <ac:picMkLst>
            <pc:docMk/>
            <pc:sldMk cId="0" sldId="256"/>
            <ac:picMk id="24" creationId="{05A7611C-43B7-648B-8149-7298F0DA813D}"/>
          </ac:picMkLst>
        </pc:picChg>
        <pc:picChg chg="add mod">
          <ac:chgData name="Wayne Goodman" userId="3fb128b4-586e-4378-ad44-67675992d977" providerId="ADAL" clId="{2FA6A740-E706-4940-8072-B286D321D8E8}" dt="2026-06-04T19:01:52.683" v="1688" actId="571"/>
          <ac:picMkLst>
            <pc:docMk/>
            <pc:sldMk cId="0" sldId="256"/>
            <ac:picMk id="30" creationId="{BA345AE1-6026-5C39-232E-01D6E708D397}"/>
          </ac:picMkLst>
        </pc:picChg>
        <pc:picChg chg="mod">
          <ac:chgData name="Wayne Goodman" userId="3fb128b4-586e-4378-ad44-67675992d977" providerId="ADAL" clId="{2FA6A740-E706-4940-8072-B286D321D8E8}" dt="2026-06-04T18:14:16.401" v="615" actId="164"/>
          <ac:picMkLst>
            <pc:docMk/>
            <pc:sldMk cId="0" sldId="256"/>
            <ac:picMk id="31" creationId="{D5B57517-5CC6-9527-1B72-080A15E6EB21}"/>
          </ac:picMkLst>
        </pc:picChg>
        <pc:picChg chg="mod">
          <ac:chgData name="Wayne Goodman" userId="3fb128b4-586e-4378-ad44-67675992d977" providerId="ADAL" clId="{2FA6A740-E706-4940-8072-B286D321D8E8}" dt="2026-06-01T18:42:44.377" v="148" actId="208"/>
          <ac:picMkLst>
            <pc:docMk/>
            <pc:sldMk cId="0" sldId="256"/>
            <ac:picMk id="33" creationId="{884A18CA-093B-4142-C6A9-F2A03C3C2FAE}"/>
          </ac:picMkLst>
        </pc:picChg>
        <pc:picChg chg="mod">
          <ac:chgData name="Wayne Goodman" userId="3fb128b4-586e-4378-ad44-67675992d977" providerId="ADAL" clId="{2FA6A740-E706-4940-8072-B286D321D8E8}" dt="2026-06-04T18:14:16.401" v="615" actId="164"/>
          <ac:picMkLst>
            <pc:docMk/>
            <pc:sldMk cId="0" sldId="256"/>
            <ac:picMk id="35" creationId="{013475C2-3532-FB66-B107-F9E35AA6CF4C}"/>
          </ac:picMkLst>
        </pc:picChg>
        <pc:picChg chg="mod">
          <ac:chgData name="Wayne Goodman" userId="3fb128b4-586e-4378-ad44-67675992d977" providerId="ADAL" clId="{2FA6A740-E706-4940-8072-B286D321D8E8}" dt="2026-06-05T15:13:54.112" v="2935" actId="14100"/>
          <ac:picMkLst>
            <pc:docMk/>
            <pc:sldMk cId="0" sldId="256"/>
            <ac:picMk id="41" creationId="{0F7102E7-729C-29EB-EFB7-E27981F45E5D}"/>
          </ac:picMkLst>
        </pc:picChg>
        <pc:picChg chg="mod">
          <ac:chgData name="Wayne Goodman" userId="3fb128b4-586e-4378-ad44-67675992d977" providerId="ADAL" clId="{2FA6A740-E706-4940-8072-B286D321D8E8}" dt="2026-06-04T18:14:16.401" v="615" actId="164"/>
          <ac:picMkLst>
            <pc:docMk/>
            <pc:sldMk cId="0" sldId="256"/>
            <ac:picMk id="54" creationId="{0E54B82D-1906-C7BF-5AB0-056002C0B183}"/>
          </ac:picMkLst>
        </pc:picChg>
        <pc:picChg chg="add del mod">
          <ac:chgData name="Wayne Goodman" userId="3fb128b4-586e-4378-ad44-67675992d977" providerId="ADAL" clId="{2FA6A740-E706-4940-8072-B286D321D8E8}" dt="2026-06-04T19:16:42.519" v="1742" actId="478"/>
          <ac:picMkLst>
            <pc:docMk/>
            <pc:sldMk cId="0" sldId="256"/>
            <ac:picMk id="59" creationId="{54CA76DC-3386-F897-FBD8-DE059A5414F0}"/>
          </ac:picMkLst>
        </pc:picChg>
        <pc:picChg chg="add del mod">
          <ac:chgData name="Wayne Goodman" userId="3fb128b4-586e-4378-ad44-67675992d977" providerId="ADAL" clId="{2FA6A740-E706-4940-8072-B286D321D8E8}" dt="2026-06-04T19:20:07.219" v="1752" actId="478"/>
          <ac:picMkLst>
            <pc:docMk/>
            <pc:sldMk cId="0" sldId="256"/>
            <ac:picMk id="62" creationId="{2D67C2C2-F43C-36CC-A864-643A96B0162A}"/>
          </ac:picMkLst>
        </pc:picChg>
        <pc:picChg chg="add mod">
          <ac:chgData name="Wayne Goodman" userId="3fb128b4-586e-4378-ad44-67675992d977" providerId="ADAL" clId="{2FA6A740-E706-4940-8072-B286D321D8E8}" dt="2026-06-04T19:22:11.461" v="1758" actId="1076"/>
          <ac:picMkLst>
            <pc:docMk/>
            <pc:sldMk cId="0" sldId="256"/>
            <ac:picMk id="65" creationId="{9678A3AE-1D1F-A4AA-DC85-1B30B8D4F9A1}"/>
          </ac:picMkLst>
        </pc:picChg>
        <pc:picChg chg="add del mod">
          <ac:chgData name="Wayne Goodman" userId="3fb128b4-586e-4378-ad44-67675992d977" providerId="ADAL" clId="{2FA6A740-E706-4940-8072-B286D321D8E8}" dt="2026-06-05T15:10:06.920" v="2840" actId="478"/>
          <ac:picMkLst>
            <pc:docMk/>
            <pc:sldMk cId="0" sldId="256"/>
            <ac:picMk id="71" creationId="{01B8F177-4473-99C5-ACE3-95967A7D1D20}"/>
          </ac:picMkLst>
        </pc:picChg>
        <pc:picChg chg="add mod">
          <ac:chgData name="Wayne Goodman" userId="3fb128b4-586e-4378-ad44-67675992d977" providerId="ADAL" clId="{2FA6A740-E706-4940-8072-B286D321D8E8}" dt="2026-06-05T15:10:47.183" v="2850" actId="1076"/>
          <ac:picMkLst>
            <pc:docMk/>
            <pc:sldMk cId="0" sldId="256"/>
            <ac:picMk id="74" creationId="{201D4244-05DC-17BB-3042-6A781D8D06CC}"/>
          </ac:picMkLst>
        </pc:picChg>
        <pc:picChg chg="add mod">
          <ac:chgData name="Wayne Goodman" userId="3fb128b4-586e-4378-ad44-67675992d977" providerId="ADAL" clId="{2FA6A740-E706-4940-8072-B286D321D8E8}" dt="2026-06-05T15:18:30.074" v="2944" actId="1076"/>
          <ac:picMkLst>
            <pc:docMk/>
            <pc:sldMk cId="0" sldId="256"/>
            <ac:picMk id="81" creationId="{EC572E55-A4CE-196C-AFB6-4AD9DF24F315}"/>
          </ac:picMkLst>
        </pc:picChg>
        <pc:picChg chg="mod">
          <ac:chgData name="Wayne Goodman" userId="3fb128b4-586e-4378-ad44-67675992d977" providerId="ADAL" clId="{2FA6A740-E706-4940-8072-B286D321D8E8}" dt="2026-06-04T18:07:59.751" v="585" actId="1076"/>
          <ac:picMkLst>
            <pc:docMk/>
            <pc:sldMk cId="0" sldId="256"/>
            <ac:picMk id="111" creationId="{00000000-0000-0000-0000-000000000000}"/>
          </ac:picMkLst>
        </pc:picChg>
        <pc:picChg chg="mod">
          <ac:chgData name="Wayne Goodman" userId="3fb128b4-586e-4378-ad44-67675992d977" providerId="ADAL" clId="{2FA6A740-E706-4940-8072-B286D321D8E8}" dt="2026-06-04T18:07:22.117" v="581" actId="1076"/>
          <ac:picMkLst>
            <pc:docMk/>
            <pc:sldMk cId="0" sldId="256"/>
            <ac:picMk id="119" creationId="{00000000-0000-0000-0000-000000000000}"/>
          </ac:picMkLst>
        </pc:picChg>
        <pc:picChg chg="mod">
          <ac:chgData name="Wayne Goodman" userId="3fb128b4-586e-4378-ad44-67675992d977" providerId="ADAL" clId="{2FA6A740-E706-4940-8072-B286D321D8E8}" dt="2026-06-04T19:06:20.863" v="1738" actId="164"/>
          <ac:picMkLst>
            <pc:docMk/>
            <pc:sldMk cId="0" sldId="256"/>
            <ac:picMk id="179" creationId="{022D38B9-20C4-C612-BEA7-D89502D51CE8}"/>
          </ac:picMkLst>
        </pc:picChg>
        <pc:picChg chg="mod">
          <ac:chgData name="Wayne Goodman" userId="3fb128b4-586e-4378-ad44-67675992d977" providerId="ADAL" clId="{2FA6A740-E706-4940-8072-B286D321D8E8}" dt="2026-06-04T18:29:15.810" v="1022" actId="1076"/>
          <ac:picMkLst>
            <pc:docMk/>
            <pc:sldMk cId="0" sldId="256"/>
            <ac:picMk id="2953" creationId="{6408A852-8926-43AE-3526-3DDA4A5868E5}"/>
          </ac:picMkLst>
        </pc:picChg>
        <pc:picChg chg="del">
          <ac:chgData name="Wayne Goodman" userId="3fb128b4-586e-4378-ad44-67675992d977" providerId="ADAL" clId="{2FA6A740-E706-4940-8072-B286D321D8E8}" dt="2026-06-04T17:58:01.945" v="545" actId="478"/>
          <ac:picMkLst>
            <pc:docMk/>
            <pc:sldMk cId="0" sldId="256"/>
            <ac:picMk id="3076" creationId="{D6706427-AD23-DC2D-165E-08808011600F}"/>
          </ac:picMkLst>
        </pc:picChg>
        <pc:cxnChg chg="add del mod">
          <ac:chgData name="Wayne Goodman" userId="3fb128b4-586e-4378-ad44-67675992d977" providerId="ADAL" clId="{2FA6A740-E706-4940-8072-B286D321D8E8}" dt="2026-06-04T19:02:49.082" v="1708" actId="11529"/>
          <ac:cxnSpMkLst>
            <pc:docMk/>
            <pc:sldMk cId="0" sldId="256"/>
            <ac:cxnSpMk id="34" creationId="{0B521927-91F6-3F59-399B-FD5E42FF08BC}"/>
          </ac:cxnSpMkLst>
        </pc:cxnChg>
        <pc:cxnChg chg="add del mod">
          <ac:chgData name="Wayne Goodman" userId="3fb128b4-586e-4378-ad44-67675992d977" providerId="ADAL" clId="{2FA6A740-E706-4940-8072-B286D321D8E8}" dt="2026-06-04T19:03:24.637" v="1718" actId="11529"/>
          <ac:cxnSpMkLst>
            <pc:docMk/>
            <pc:sldMk cId="0" sldId="256"/>
            <ac:cxnSpMk id="40" creationId="{D5963ADC-DC41-E0A5-1473-4D70013464A0}"/>
          </ac:cxnSpMkLst>
        </pc:cxnChg>
        <pc:cxnChg chg="add mod">
          <ac:chgData name="Wayne Goodman" userId="3fb128b4-586e-4378-ad44-67675992d977" providerId="ADAL" clId="{2FA6A740-E706-4940-8072-B286D321D8E8}" dt="2026-06-04T19:06:20.863" v="1738" actId="164"/>
          <ac:cxnSpMkLst>
            <pc:docMk/>
            <pc:sldMk cId="0" sldId="256"/>
            <ac:cxnSpMk id="50" creationId="{518D5AFC-B777-FE75-CC2A-539E51B83AF6}"/>
          </ac:cxnSpMkLst>
        </pc:cxnChg>
      </pc:sldChg>
      <pc:sldMasterChg chg="modSp modSldLayout">
        <pc:chgData name="Wayne Goodman" userId="3fb128b4-586e-4378-ad44-67675992d977" providerId="ADAL" clId="{2FA6A740-E706-4940-8072-B286D321D8E8}" dt="2026-06-04T18:04:58.313" v="567"/>
        <pc:sldMasterMkLst>
          <pc:docMk/>
          <pc:sldMasterMk cId="0" sldId="2147483648"/>
        </pc:sldMasterMkLst>
        <pc:spChg chg="mod">
          <ac:chgData name="Wayne Goodman" userId="3fb128b4-586e-4378-ad44-67675992d977" providerId="ADAL" clId="{2FA6A740-E706-4940-8072-B286D321D8E8}" dt="2026-06-04T18:04:58.313" v="567"/>
          <ac:spMkLst>
            <pc:docMk/>
            <pc:sldMasterMk cId="0" sldId="2147483648"/>
            <ac:spMk id="1031" creationId="{00000000-0000-0000-0000-000000000000}"/>
          </ac:spMkLst>
        </pc:spChg>
        <pc:picChg chg="mod">
          <ac:chgData name="Wayne Goodman" userId="3fb128b4-586e-4378-ad44-67675992d977" providerId="ADAL" clId="{2FA6A740-E706-4940-8072-B286D321D8E8}" dt="2026-06-04T18:04:58.313" v="567"/>
          <ac:picMkLst>
            <pc:docMk/>
            <pc:sldMasterMk cId="0" sldId="2147483648"/>
            <ac:picMk id="1027" creationId="{00000000-0000-0000-0000-000000000000}"/>
          </ac:picMkLst>
        </pc:picChg>
        <pc:picChg chg="mod">
          <ac:chgData name="Wayne Goodman" userId="3fb128b4-586e-4378-ad44-67675992d977" providerId="ADAL" clId="{2FA6A740-E706-4940-8072-B286D321D8E8}" dt="2026-06-04T18:04:58.313" v="567"/>
          <ac:picMkLst>
            <pc:docMk/>
            <pc:sldMasterMk cId="0" sldId="2147483648"/>
            <ac:picMk id="1028" creationId="{00000000-0000-0000-0000-000000000000}"/>
          </ac:picMkLst>
        </pc:pic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49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0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1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2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2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3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4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4"/>
              <ac:spMk id="2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6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7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8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8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8"/>
              <ac:spMk id="3" creationId="{00000000-0000-0000-0000-000000000000}"/>
            </ac:spMkLst>
          </pc:spChg>
        </pc:sldLayoutChg>
        <pc:sldLayoutChg chg="modSp">
          <pc:chgData name="Wayne Goodman" userId="3fb128b4-586e-4378-ad44-67675992d977" providerId="ADAL" clId="{2FA6A740-E706-4940-8072-B286D321D8E8}" dt="2026-06-04T18:04:58.313" v="567"/>
          <pc:sldLayoutMkLst>
            <pc:docMk/>
            <pc:sldMasterMk cId="0" sldId="2147483648"/>
            <pc:sldLayoutMk cId="0" sldId="2147483659"/>
          </pc:sldLayoutMkLst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Wayne Goodman" userId="3fb128b4-586e-4378-ad44-67675992d977" providerId="ADAL" clId="{2FA6A740-E706-4940-8072-B286D321D8E8}" dt="2026-06-04T18:04:58.313" v="567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645" cy="46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8" rIns="92275" bIns="46138" numCol="1" anchor="t" anchorCtr="0" compatLnSpc="1">
            <a:prstTxWarp prst="textNoShape">
              <a:avLst/>
            </a:prstTxWarp>
          </a:bodyPr>
          <a:lstStyle>
            <a:lvl1pPr defTabSz="923858">
              <a:defRPr sz="12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6355" y="0"/>
            <a:ext cx="3028645" cy="46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8" rIns="92275" bIns="46138" numCol="1" anchor="t" anchorCtr="0" compatLnSpc="1">
            <a:prstTxWarp prst="textNoShape">
              <a:avLst/>
            </a:prstTxWarp>
          </a:bodyPr>
          <a:lstStyle>
            <a:lvl1pPr algn="r" defTabSz="923858">
              <a:defRPr sz="12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950"/>
            <a:ext cx="3028645" cy="46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8" rIns="92275" bIns="46138" numCol="1" anchor="b" anchorCtr="0" compatLnSpc="1">
            <a:prstTxWarp prst="textNoShape">
              <a:avLst/>
            </a:prstTxWarp>
          </a:bodyPr>
          <a:lstStyle>
            <a:lvl1pPr defTabSz="923858">
              <a:defRPr sz="12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6355" y="8818950"/>
            <a:ext cx="3028645" cy="46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8" rIns="92275" bIns="46138" numCol="1" anchor="b" anchorCtr="0" compatLnSpc="1">
            <a:prstTxWarp prst="textNoShape">
              <a:avLst/>
            </a:prstTxWarp>
          </a:bodyPr>
          <a:lstStyle>
            <a:lvl1pPr algn="r" defTabSz="923858">
              <a:defRPr sz="1200">
                <a:latin typeface="Times New Roman" pitchFamily="96" charset="0"/>
              </a:defRPr>
            </a:lvl1pPr>
          </a:lstStyle>
          <a:p>
            <a:pPr>
              <a:defRPr/>
            </a:pPr>
            <a:fld id="{23ADF472-2A2B-45BF-B268-6DD9DDA102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18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26581" cy="46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503" tIns="21252" rIns="42503" bIns="21252" numCol="1" anchor="t" anchorCtr="0" compatLnSpc="1">
            <a:prstTxWarp prst="textNoShape">
              <a:avLst/>
            </a:prstTxWarp>
          </a:bodyPr>
          <a:lstStyle>
            <a:lvl1pPr defTabSz="425080">
              <a:defRPr sz="6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6355" y="2"/>
            <a:ext cx="3027270" cy="46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503" tIns="21252" rIns="42503" bIns="21252" numCol="1" anchor="t" anchorCtr="0" compatLnSpc="1">
            <a:prstTxWarp prst="textNoShape">
              <a:avLst/>
            </a:prstTxWarp>
          </a:bodyPr>
          <a:lstStyle>
            <a:lvl1pPr algn="r" defTabSz="425080">
              <a:defRPr sz="6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8363" y="4409362"/>
            <a:ext cx="5588275" cy="4178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503" tIns="21252" rIns="42503" bIns="212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272"/>
            <a:ext cx="3026581" cy="463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503" tIns="21252" rIns="42503" bIns="21252" numCol="1" anchor="b" anchorCtr="0" compatLnSpc="1">
            <a:prstTxWarp prst="textNoShape">
              <a:avLst/>
            </a:prstTxWarp>
          </a:bodyPr>
          <a:lstStyle>
            <a:lvl1pPr defTabSz="425080">
              <a:defRPr sz="600">
                <a:latin typeface="Times New Roman" pitchFamily="9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6355" y="8818272"/>
            <a:ext cx="3027270" cy="463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503" tIns="21252" rIns="42503" bIns="21252" numCol="1" anchor="b" anchorCtr="0" compatLnSpc="1">
            <a:prstTxWarp prst="textNoShape">
              <a:avLst/>
            </a:prstTxWarp>
          </a:bodyPr>
          <a:lstStyle>
            <a:lvl1pPr algn="r" defTabSz="425080">
              <a:defRPr sz="600">
                <a:latin typeface="Times New Roman" pitchFamily="96" charset="0"/>
              </a:defRPr>
            </a:lvl1pPr>
          </a:lstStyle>
          <a:p>
            <a:pPr>
              <a:defRPr/>
            </a:pPr>
            <a:fld id="{A33FE7D4-CB6D-43ED-9ADC-D597F639EC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276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Times New Roman" pitchFamily="96" charset="0"/>
        <a:ea typeface="+mn-ea"/>
        <a:cs typeface="+mn-cs"/>
      </a:defRPr>
    </a:lvl1pPr>
    <a:lvl2pPr marL="914400" algn="l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Times New Roman" pitchFamily="96" charset="0"/>
        <a:ea typeface="+mn-ea"/>
        <a:cs typeface="+mn-cs"/>
      </a:defRPr>
    </a:lvl2pPr>
    <a:lvl3pPr marL="1828800" algn="l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Times New Roman" pitchFamily="96" charset="0"/>
        <a:ea typeface="+mn-ea"/>
        <a:cs typeface="+mn-cs"/>
      </a:defRPr>
    </a:lvl3pPr>
    <a:lvl4pPr marL="2743200" algn="l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Times New Roman" pitchFamily="96" charset="0"/>
        <a:ea typeface="+mn-ea"/>
        <a:cs typeface="+mn-cs"/>
      </a:defRPr>
    </a:lvl4pPr>
    <a:lvl5pPr marL="3657600" algn="l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Times New Roman" pitchFamily="96" charset="0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E6550D-5895-4191-B799-568AB4053E93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695325"/>
            <a:ext cx="4641850" cy="3481388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40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2841" y="18653141"/>
            <a:ext cx="30725536" cy="8413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651" indent="0" algn="ctr">
              <a:buNone/>
              <a:defRPr/>
            </a:lvl2pPr>
            <a:lvl3pPr marL="1219294" indent="0" algn="ctr">
              <a:buNone/>
              <a:defRPr/>
            </a:lvl3pPr>
            <a:lvl4pPr marL="1828945" indent="0" algn="ctr">
              <a:buNone/>
              <a:defRPr/>
            </a:lvl4pPr>
            <a:lvl5pPr marL="2438596" indent="0" algn="ctr">
              <a:buNone/>
              <a:defRPr/>
            </a:lvl5pPr>
            <a:lvl6pPr marL="3048238" indent="0" algn="ctr">
              <a:buNone/>
              <a:defRPr/>
            </a:lvl6pPr>
            <a:lvl7pPr marL="3657889" indent="0" algn="ctr">
              <a:buNone/>
              <a:defRPr/>
            </a:lvl7pPr>
            <a:lvl8pPr marL="4267540" indent="0" algn="ctr">
              <a:buNone/>
              <a:defRPr/>
            </a:lvl8pPr>
            <a:lvl9pPr marL="4877184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3" y="1317626"/>
            <a:ext cx="39501232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993" y="7680326"/>
            <a:ext cx="39501232" cy="21726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5" y="21151850"/>
            <a:ext cx="37308368" cy="6540500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5" y="13950950"/>
            <a:ext cx="37308368" cy="7200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4"/>
            </a:lvl1pPr>
            <a:lvl2pPr marL="609651" indent="0">
              <a:buNone/>
              <a:defRPr sz="2400"/>
            </a:lvl2pPr>
            <a:lvl3pPr marL="1219294" indent="0">
              <a:buNone/>
              <a:defRPr sz="2136"/>
            </a:lvl3pPr>
            <a:lvl4pPr marL="1828945" indent="0">
              <a:buNone/>
              <a:defRPr sz="1864"/>
            </a:lvl4pPr>
            <a:lvl5pPr marL="2438596" indent="0">
              <a:buNone/>
              <a:defRPr sz="1864"/>
            </a:lvl5pPr>
            <a:lvl6pPr marL="3048238" indent="0">
              <a:buNone/>
              <a:defRPr sz="1864"/>
            </a:lvl6pPr>
            <a:lvl7pPr marL="3657889" indent="0">
              <a:buNone/>
              <a:defRPr sz="1864"/>
            </a:lvl7pPr>
            <a:lvl8pPr marL="4267540" indent="0">
              <a:buNone/>
              <a:defRPr sz="1864"/>
            </a:lvl8pPr>
            <a:lvl9pPr marL="4877184" indent="0">
              <a:buNone/>
              <a:defRPr sz="186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3" y="1317626"/>
            <a:ext cx="39501232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988" y="7680326"/>
            <a:ext cx="19649016" cy="21726524"/>
          </a:xfrm>
          <a:prstGeom prst="rect">
            <a:avLst/>
          </a:prstGeom>
        </p:spPr>
        <p:txBody>
          <a:bodyPr/>
          <a:lstStyle>
            <a:lvl1pPr>
              <a:defRPr sz="3736"/>
            </a:lvl1pPr>
            <a:lvl2pPr>
              <a:defRPr sz="3200"/>
            </a:lvl2pPr>
            <a:lvl3pPr>
              <a:defRPr sz="2664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7212" y="7680326"/>
            <a:ext cx="19649016" cy="21726524"/>
          </a:xfrm>
          <a:prstGeom prst="rect">
            <a:avLst/>
          </a:prstGeom>
        </p:spPr>
        <p:txBody>
          <a:bodyPr/>
          <a:lstStyle>
            <a:lvl1pPr>
              <a:defRPr sz="3736"/>
            </a:lvl1pPr>
            <a:lvl2pPr>
              <a:defRPr sz="3200"/>
            </a:lvl2pPr>
            <a:lvl3pPr>
              <a:defRPr sz="2664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3" y="1317626"/>
            <a:ext cx="39501232" cy="5486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988" y="7369176"/>
            <a:ext cx="19392904" cy="30702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51" indent="0">
              <a:buNone/>
              <a:defRPr sz="2664" b="1"/>
            </a:lvl2pPr>
            <a:lvl3pPr marL="1219294" indent="0">
              <a:buNone/>
              <a:defRPr sz="2400" b="1"/>
            </a:lvl3pPr>
            <a:lvl4pPr marL="1828945" indent="0">
              <a:buNone/>
              <a:defRPr sz="2136" b="1"/>
            </a:lvl4pPr>
            <a:lvl5pPr marL="2438596" indent="0">
              <a:buNone/>
              <a:defRPr sz="2136" b="1"/>
            </a:lvl5pPr>
            <a:lvl6pPr marL="3048238" indent="0">
              <a:buNone/>
              <a:defRPr sz="2136" b="1"/>
            </a:lvl6pPr>
            <a:lvl7pPr marL="3657889" indent="0">
              <a:buNone/>
              <a:defRPr sz="2136" b="1"/>
            </a:lvl7pPr>
            <a:lvl8pPr marL="4267540" indent="0">
              <a:buNone/>
              <a:defRPr sz="2136" b="1"/>
            </a:lvl8pPr>
            <a:lvl9pPr marL="4877184" indent="0">
              <a:buNone/>
              <a:defRPr sz="21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988" y="10439415"/>
            <a:ext cx="19392904" cy="189674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4"/>
            </a:lvl2pPr>
            <a:lvl3pPr>
              <a:defRPr sz="2400"/>
            </a:lvl3pPr>
            <a:lvl4pPr>
              <a:defRPr sz="2136"/>
            </a:lvl4pPr>
            <a:lvl5pPr>
              <a:defRPr sz="2136"/>
            </a:lvl5pPr>
            <a:lvl6pPr>
              <a:defRPr sz="2136"/>
            </a:lvl6pPr>
            <a:lvl7pPr>
              <a:defRPr sz="2136"/>
            </a:lvl7pPr>
            <a:lvl8pPr>
              <a:defRPr sz="2136"/>
            </a:lvl8pPr>
            <a:lvl9pPr>
              <a:defRPr sz="21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976" y="7369176"/>
            <a:ext cx="19399248" cy="30702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51" indent="0">
              <a:buNone/>
              <a:defRPr sz="2664" b="1"/>
            </a:lvl2pPr>
            <a:lvl3pPr marL="1219294" indent="0">
              <a:buNone/>
              <a:defRPr sz="2400" b="1"/>
            </a:lvl3pPr>
            <a:lvl4pPr marL="1828945" indent="0">
              <a:buNone/>
              <a:defRPr sz="2136" b="1"/>
            </a:lvl4pPr>
            <a:lvl5pPr marL="2438596" indent="0">
              <a:buNone/>
              <a:defRPr sz="2136" b="1"/>
            </a:lvl5pPr>
            <a:lvl6pPr marL="3048238" indent="0">
              <a:buNone/>
              <a:defRPr sz="2136" b="1"/>
            </a:lvl6pPr>
            <a:lvl7pPr marL="3657889" indent="0">
              <a:buNone/>
              <a:defRPr sz="2136" b="1"/>
            </a:lvl7pPr>
            <a:lvl8pPr marL="4267540" indent="0">
              <a:buNone/>
              <a:defRPr sz="2136" b="1"/>
            </a:lvl8pPr>
            <a:lvl9pPr marL="4877184" indent="0">
              <a:buNone/>
              <a:defRPr sz="21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976" y="10439415"/>
            <a:ext cx="19399248" cy="189674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4"/>
            </a:lvl2pPr>
            <a:lvl3pPr>
              <a:defRPr sz="2400"/>
            </a:lvl3pPr>
            <a:lvl4pPr>
              <a:defRPr sz="2136"/>
            </a:lvl4pPr>
            <a:lvl5pPr>
              <a:defRPr sz="2136"/>
            </a:lvl5pPr>
            <a:lvl6pPr>
              <a:defRPr sz="2136"/>
            </a:lvl6pPr>
            <a:lvl7pPr>
              <a:defRPr sz="2136"/>
            </a:lvl7pPr>
            <a:lvl8pPr>
              <a:defRPr sz="2136"/>
            </a:lvl8pPr>
            <a:lvl9pPr>
              <a:defRPr sz="21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3" y="1317626"/>
            <a:ext cx="39501232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86" y="1311291"/>
            <a:ext cx="14439904" cy="5578474"/>
          </a:xfrm>
          <a:prstGeom prst="rect">
            <a:avLst/>
          </a:prstGeom>
        </p:spPr>
        <p:txBody>
          <a:bodyPr anchor="b"/>
          <a:lstStyle>
            <a:lvl1pPr algn="l">
              <a:defRPr sz="266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816" y="1311291"/>
            <a:ext cx="24536400" cy="28095574"/>
          </a:xfrm>
          <a:prstGeom prst="rect">
            <a:avLst/>
          </a:prstGeom>
        </p:spPr>
        <p:txBody>
          <a:bodyPr/>
          <a:lstStyle>
            <a:lvl1pPr>
              <a:defRPr sz="4264"/>
            </a:lvl1pPr>
            <a:lvl2pPr>
              <a:defRPr sz="3736"/>
            </a:lvl2pPr>
            <a:lvl3pPr>
              <a:defRPr sz="3200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986" y="6889750"/>
            <a:ext cx="14439904" cy="22517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4"/>
            </a:lvl1pPr>
            <a:lvl2pPr marL="609651" indent="0">
              <a:buNone/>
              <a:defRPr sz="1600"/>
            </a:lvl2pPr>
            <a:lvl3pPr marL="1219294" indent="0">
              <a:buNone/>
              <a:defRPr sz="1336"/>
            </a:lvl3pPr>
            <a:lvl4pPr marL="1828945" indent="0">
              <a:buNone/>
              <a:defRPr sz="1201"/>
            </a:lvl4pPr>
            <a:lvl5pPr marL="2438596" indent="0">
              <a:buNone/>
              <a:defRPr sz="1201"/>
            </a:lvl5pPr>
            <a:lvl6pPr marL="3048238" indent="0">
              <a:buNone/>
              <a:defRPr sz="1201"/>
            </a:lvl6pPr>
            <a:lvl7pPr marL="3657889" indent="0">
              <a:buNone/>
              <a:defRPr sz="1201"/>
            </a:lvl7pPr>
            <a:lvl8pPr marL="4267540" indent="0">
              <a:buNone/>
              <a:defRPr sz="1201"/>
            </a:lvl8pPr>
            <a:lvl9pPr marL="4877184" indent="0">
              <a:buNone/>
              <a:defRPr sz="12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145" y="23044150"/>
            <a:ext cx="26335568" cy="2717800"/>
          </a:xfrm>
          <a:prstGeom prst="rect">
            <a:avLst/>
          </a:prstGeom>
        </p:spPr>
        <p:txBody>
          <a:bodyPr anchor="b"/>
          <a:lstStyle>
            <a:lvl1pPr algn="l">
              <a:defRPr sz="266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145" y="2940050"/>
            <a:ext cx="26335568" cy="19751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4"/>
            </a:lvl1pPr>
            <a:lvl2pPr marL="609651" indent="0">
              <a:buNone/>
              <a:defRPr sz="3736"/>
            </a:lvl2pPr>
            <a:lvl3pPr marL="1219294" indent="0">
              <a:buNone/>
              <a:defRPr sz="3200"/>
            </a:lvl3pPr>
            <a:lvl4pPr marL="1828945" indent="0">
              <a:buNone/>
              <a:defRPr sz="2664"/>
            </a:lvl4pPr>
            <a:lvl5pPr marL="2438596" indent="0">
              <a:buNone/>
              <a:defRPr sz="2664"/>
            </a:lvl5pPr>
            <a:lvl6pPr marL="3048238" indent="0">
              <a:buNone/>
              <a:defRPr sz="2664"/>
            </a:lvl6pPr>
            <a:lvl7pPr marL="3657889" indent="0">
              <a:buNone/>
              <a:defRPr sz="2664"/>
            </a:lvl7pPr>
            <a:lvl8pPr marL="4267540" indent="0">
              <a:buNone/>
              <a:defRPr sz="2664"/>
            </a:lvl8pPr>
            <a:lvl9pPr marL="4877184" indent="0">
              <a:buNone/>
              <a:defRPr sz="266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145" y="25761950"/>
            <a:ext cx="26335568" cy="38639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4"/>
            </a:lvl1pPr>
            <a:lvl2pPr marL="609651" indent="0">
              <a:buNone/>
              <a:defRPr sz="1600"/>
            </a:lvl2pPr>
            <a:lvl3pPr marL="1219294" indent="0">
              <a:buNone/>
              <a:defRPr sz="1336"/>
            </a:lvl3pPr>
            <a:lvl4pPr marL="1828945" indent="0">
              <a:buNone/>
              <a:defRPr sz="1201"/>
            </a:lvl4pPr>
            <a:lvl5pPr marL="2438596" indent="0">
              <a:buNone/>
              <a:defRPr sz="1201"/>
            </a:lvl5pPr>
            <a:lvl6pPr marL="3048238" indent="0">
              <a:buNone/>
              <a:defRPr sz="1201"/>
            </a:lvl6pPr>
            <a:lvl7pPr marL="3657889" indent="0">
              <a:buNone/>
              <a:defRPr sz="1201"/>
            </a:lvl7pPr>
            <a:lvl8pPr marL="4267540" indent="0">
              <a:buNone/>
              <a:defRPr sz="1201"/>
            </a:lvl8pPr>
            <a:lvl9pPr marL="4877184" indent="0">
              <a:buNone/>
              <a:defRPr sz="12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3" y="1317626"/>
            <a:ext cx="39501232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993" y="7680326"/>
            <a:ext cx="39501232" cy="2172652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80" y="1317626"/>
            <a:ext cx="9874248" cy="2808922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996" y="1317626"/>
            <a:ext cx="29423784" cy="2808922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9831310" y="31661111"/>
            <a:ext cx="26761016" cy="6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8080" tIns="39040" rIns="78080" bIns="39040">
            <a:spAutoFit/>
          </a:bodyPr>
          <a:lstStyle/>
          <a:p>
            <a:pPr defTabSz="781111" fontAlgn="ctr">
              <a:defRPr/>
            </a:pPr>
            <a:r>
              <a:rPr lang="en-US" sz="3736" b="1" dirty="0">
                <a:solidFill>
                  <a:srgbClr val="000066"/>
                </a:solidFill>
                <a:cs typeface="Arial" charset="0"/>
              </a:rPr>
              <a:t>54th Annual Meeting of the Division of Plasma Physics, October</a:t>
            </a:r>
            <a:r>
              <a:rPr lang="en-US" sz="3736" b="1" baseline="0" dirty="0">
                <a:solidFill>
                  <a:srgbClr val="000066"/>
                </a:solidFill>
                <a:cs typeface="Arial" charset="0"/>
              </a:rPr>
              <a:t> 29</a:t>
            </a:r>
            <a:r>
              <a:rPr lang="en-US" sz="3736" b="1" dirty="0">
                <a:solidFill>
                  <a:srgbClr val="000066"/>
                </a:solidFill>
                <a:cs typeface="Arial" charset="0"/>
              </a:rPr>
              <a:t> – November 2, 2012, Providence, RI</a:t>
            </a:r>
          </a:p>
        </p:txBody>
      </p:sp>
      <p:pic>
        <p:nvPicPr>
          <p:cNvPr id="1027" name="Picture 10" descr="bucky badg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66706" y="381000"/>
            <a:ext cx="2032000" cy="359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11" descr="qhs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9926686" y="257191"/>
            <a:ext cx="3964520" cy="3800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80750" rtl="0" eaLnBrk="0" fontAlgn="base" hangingPunct="0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+mj-lt"/>
          <a:ea typeface="+mj-ea"/>
          <a:cs typeface="+mj-cs"/>
        </a:defRPr>
      </a:lvl1pPr>
      <a:lvl2pPr algn="ctr" defTabSz="4180750" rtl="0" eaLnBrk="0" fontAlgn="base" hangingPunct="0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2pPr>
      <a:lvl3pPr algn="ctr" defTabSz="4180750" rtl="0" eaLnBrk="0" fontAlgn="base" hangingPunct="0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3pPr>
      <a:lvl4pPr algn="ctr" defTabSz="4180750" rtl="0" eaLnBrk="0" fontAlgn="base" hangingPunct="0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4pPr>
      <a:lvl5pPr algn="ctr" defTabSz="4180750" rtl="0" eaLnBrk="0" fontAlgn="base" hangingPunct="0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5pPr>
      <a:lvl6pPr marL="609651" algn="ctr" defTabSz="4180750" rtl="0" fontAlgn="base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6pPr>
      <a:lvl7pPr marL="1219294" algn="ctr" defTabSz="4180750" rtl="0" fontAlgn="base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7pPr>
      <a:lvl8pPr marL="1828945" algn="ctr" defTabSz="4180750" rtl="0" fontAlgn="base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8pPr>
      <a:lvl9pPr marL="2438596" algn="ctr" defTabSz="4180750" rtl="0" fontAlgn="base">
        <a:spcBef>
          <a:spcPct val="0"/>
        </a:spcBef>
        <a:spcAft>
          <a:spcPct val="0"/>
        </a:spcAft>
        <a:defRPr sz="20136">
          <a:solidFill>
            <a:schemeClr val="tx2"/>
          </a:solidFill>
          <a:latin typeface="Times New Roman" pitchFamily="96" charset="0"/>
        </a:defRPr>
      </a:lvl9pPr>
    </p:titleStyle>
    <p:bodyStyle>
      <a:lvl1pPr marL="1568574" indent="-1568574" algn="l" defTabSz="4180750" rtl="0" eaLnBrk="0" fontAlgn="base" hangingPunct="0">
        <a:spcBef>
          <a:spcPct val="20000"/>
        </a:spcBef>
        <a:spcAft>
          <a:spcPct val="0"/>
        </a:spcAft>
        <a:buChar char="•"/>
        <a:defRPr sz="14671">
          <a:solidFill>
            <a:schemeClr val="tx1"/>
          </a:solidFill>
          <a:latin typeface="+mn-lt"/>
          <a:ea typeface="+mn-ea"/>
          <a:cs typeface="+mn-cs"/>
        </a:defRPr>
      </a:lvl1pPr>
      <a:lvl2pPr marL="3397519" indent="-1308204" algn="l" defTabSz="4180750" rtl="0" eaLnBrk="0" fontAlgn="base" hangingPunct="0">
        <a:spcBef>
          <a:spcPct val="20000"/>
        </a:spcBef>
        <a:spcAft>
          <a:spcPct val="0"/>
        </a:spcAft>
        <a:buChar char="–"/>
        <a:defRPr sz="12800">
          <a:solidFill>
            <a:schemeClr val="tx1"/>
          </a:solidFill>
          <a:latin typeface="+mn-lt"/>
        </a:defRPr>
      </a:lvl2pPr>
      <a:lvl3pPr marL="5226464" indent="-1045713" algn="l" defTabSz="4180750" rtl="0" eaLnBrk="0" fontAlgn="base" hangingPunct="0">
        <a:spcBef>
          <a:spcPct val="20000"/>
        </a:spcBef>
        <a:spcAft>
          <a:spcPct val="0"/>
        </a:spcAft>
        <a:buChar char="•"/>
        <a:defRPr sz="10935">
          <a:solidFill>
            <a:schemeClr val="tx1"/>
          </a:solidFill>
          <a:latin typeface="+mn-lt"/>
        </a:defRPr>
      </a:lvl3pPr>
      <a:lvl4pPr marL="7315780" indent="-1045713" algn="l" defTabSz="4180750" rtl="0" eaLnBrk="0" fontAlgn="base" hangingPunct="0">
        <a:spcBef>
          <a:spcPct val="20000"/>
        </a:spcBef>
        <a:spcAft>
          <a:spcPct val="0"/>
        </a:spcAft>
        <a:buChar char="–"/>
        <a:defRPr sz="9199">
          <a:solidFill>
            <a:schemeClr val="tx1"/>
          </a:solidFill>
          <a:latin typeface="+mn-lt"/>
        </a:defRPr>
      </a:lvl4pPr>
      <a:lvl5pPr marL="9405086" indent="-1043601" algn="l" defTabSz="4180750" rtl="0" eaLnBrk="0" fontAlgn="base" hangingPunct="0">
        <a:spcBef>
          <a:spcPct val="20000"/>
        </a:spcBef>
        <a:spcAft>
          <a:spcPct val="0"/>
        </a:spcAft>
        <a:buChar char="»"/>
        <a:defRPr sz="9199">
          <a:solidFill>
            <a:schemeClr val="tx1"/>
          </a:solidFill>
          <a:latin typeface="+mn-lt"/>
        </a:defRPr>
      </a:lvl5pPr>
      <a:lvl6pPr marL="10014737" indent="-1043601" algn="l" defTabSz="4180750" rtl="0" fontAlgn="base">
        <a:spcBef>
          <a:spcPct val="20000"/>
        </a:spcBef>
        <a:spcAft>
          <a:spcPct val="0"/>
        </a:spcAft>
        <a:buChar char="»"/>
        <a:defRPr sz="9199">
          <a:solidFill>
            <a:schemeClr val="tx1"/>
          </a:solidFill>
          <a:latin typeface="+mn-lt"/>
        </a:defRPr>
      </a:lvl6pPr>
      <a:lvl7pPr marL="10624388" indent="-1043601" algn="l" defTabSz="4180750" rtl="0" fontAlgn="base">
        <a:spcBef>
          <a:spcPct val="20000"/>
        </a:spcBef>
        <a:spcAft>
          <a:spcPct val="0"/>
        </a:spcAft>
        <a:buChar char="»"/>
        <a:defRPr sz="9199">
          <a:solidFill>
            <a:schemeClr val="tx1"/>
          </a:solidFill>
          <a:latin typeface="+mn-lt"/>
        </a:defRPr>
      </a:lvl7pPr>
      <a:lvl8pPr marL="11234032" indent="-1043601" algn="l" defTabSz="4180750" rtl="0" fontAlgn="base">
        <a:spcBef>
          <a:spcPct val="20000"/>
        </a:spcBef>
        <a:spcAft>
          <a:spcPct val="0"/>
        </a:spcAft>
        <a:buChar char="»"/>
        <a:defRPr sz="9199">
          <a:solidFill>
            <a:schemeClr val="tx1"/>
          </a:solidFill>
          <a:latin typeface="+mn-lt"/>
        </a:defRPr>
      </a:lvl8pPr>
      <a:lvl9pPr marL="11843683" indent="-1043601" algn="l" defTabSz="4180750" rtl="0" fontAlgn="base">
        <a:spcBef>
          <a:spcPct val="20000"/>
        </a:spcBef>
        <a:spcAft>
          <a:spcPct val="0"/>
        </a:spcAft>
        <a:buChar char="»"/>
        <a:defRPr sz="9199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51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94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945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596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238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889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540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184" algn="l" defTabSz="12192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e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emf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jpeg"/><Relationship Id="rId2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708">
            <a:extLst>
              <a:ext uri="{FF2B5EF4-FFF2-40B4-BE49-F238E27FC236}">
                <a16:creationId xmlns:a16="http://schemas.microsoft.com/office/drawing/2014/main" id="{4118C9B6-1CC7-421C-B177-19C1ADBF5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42976800" cy="36576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158501" indent="-158501">
              <a:spcBef>
                <a:spcPct val="20000"/>
              </a:spcBef>
            </a:pP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2052" name="Text Box 108"/>
          <p:cNvSpPr txBox="1">
            <a:spLocks noChangeArrowheads="1"/>
          </p:cNvSpPr>
          <p:nvPr/>
        </p:nvSpPr>
        <p:spPr bwMode="auto">
          <a:xfrm>
            <a:off x="7315200" y="2757063"/>
            <a:ext cx="29260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W.R. Goodman</a:t>
            </a:r>
            <a:r>
              <a:rPr lang="en-US" sz="4800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M.D. Nornberg</a:t>
            </a:r>
            <a:r>
              <a:rPr lang="en-US" sz="4800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A. Wolfmeister</a:t>
            </a:r>
            <a:r>
              <a:rPr lang="en-US" sz="4800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A.M. Wright</a:t>
            </a:r>
            <a:r>
              <a:rPr lang="en-US" sz="4800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B. Geiger</a:t>
            </a:r>
            <a:r>
              <a:rPr lang="en-US" sz="4800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sz="48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and the HSX Team</a:t>
            </a:r>
          </a:p>
          <a:p>
            <a:pPr algn="ctr"/>
            <a:r>
              <a:rPr lang="en-US" baseline="300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1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HSX Plasma Laboratory, University of Wisconsin, Madison, Wisconsin, USA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758952"/>
            <a:ext cx="1921248" cy="3048208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490400" y="914088"/>
            <a:ext cx="4896192" cy="3048208"/>
          </a:xfrm>
          <a:prstGeom prst="rect">
            <a:avLst/>
          </a:prstGeom>
        </p:spPr>
      </p:pic>
      <p:sp>
        <p:nvSpPr>
          <p:cNvPr id="2051" name="Text Box 107"/>
          <p:cNvSpPr txBox="1">
            <a:spLocks noChangeArrowheads="1"/>
          </p:cNvSpPr>
          <p:nvPr/>
        </p:nvSpPr>
        <p:spPr bwMode="auto">
          <a:xfrm>
            <a:off x="7315200" y="574968"/>
            <a:ext cx="29260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</a:rPr>
              <a:t>Commissioning a High-Repetition Rate, 1 Joule </a:t>
            </a:r>
            <a:r>
              <a:rPr lang="en-US" sz="7200" b="1" dirty="0" err="1"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</a:rPr>
              <a:t>Nd:YAG</a:t>
            </a:r>
            <a:r>
              <a:rPr lang="en-US" sz="7200" b="1" dirty="0"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</a:rPr>
              <a:t> Laser for the HSX Thomson Scattering System</a:t>
            </a:r>
          </a:p>
        </p:txBody>
      </p:sp>
      <p:sp>
        <p:nvSpPr>
          <p:cNvPr id="23" name="Rectangle 708"/>
          <p:cNvSpPr>
            <a:spLocks noChangeArrowheads="1"/>
          </p:cNvSpPr>
          <p:nvPr/>
        </p:nvSpPr>
        <p:spPr bwMode="auto">
          <a:xfrm>
            <a:off x="457200" y="5029200"/>
            <a:ext cx="10405872" cy="59436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228600" tIns="548640" rIns="228600"/>
          <a:lstStyle/>
          <a:p>
            <a:pPr algn="just">
              <a:spcBef>
                <a:spcPct val="20000"/>
              </a:spcBef>
            </a:pPr>
            <a:endParaRPr lang="en-US" sz="2400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algn="just"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We report on the installation and commissioning of a major TS upgrade at the HSX stellarator, centered on a new </a:t>
            </a:r>
            <a:r>
              <a:rPr lang="en-US" sz="2400" dirty="0" err="1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Nd:YAG</a:t>
            </a:r>
            <a:r>
              <a:rPr lang="en-US" sz="2400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laser capable of burst operation of 80 consecutive 1 J, 10 ns pulses at 400 Hz. A 2 kHz mode supports up to 10 pulses per burst, limited by thermal loading. The upgrade includes integrating the laser with HSX beam-delivery optics and shot-to-shot pulse-energy monitoring to verify stability. To accommodate the increased data rate, a high-speed digitizer (3.2 </a:t>
            </a:r>
            <a:r>
              <a:rPr lang="en-US" sz="2400" dirty="0" err="1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GSa</a:t>
            </a:r>
            <a:r>
              <a:rPr lang="en-US" sz="2400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/s) and low-noise preamplifiers, providing an ~8.6 dB improvement in signal-to-noise ratio over the legacy digitizer chain [1,2]. In the near term, increasing the time resolution of the TS system will enable the study of plasma breakdown effects, MHD effects, impurity injection behavior, and time-resolved density profile adjustments.</a:t>
            </a:r>
          </a:p>
        </p:txBody>
      </p:sp>
      <p:sp>
        <p:nvSpPr>
          <p:cNvPr id="131" name="Rectangle 708">
            <a:extLst>
              <a:ext uri="{FF2B5EF4-FFF2-40B4-BE49-F238E27FC236}">
                <a16:creationId xmlns:a16="http://schemas.microsoft.com/office/drawing/2014/main" id="{7CF116C8-31FD-453E-9D76-B2BE1F07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37272" y="29260801"/>
            <a:ext cx="10405872" cy="1828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274320" tIns="548640" rIns="274320"/>
          <a:lstStyle/>
          <a:p>
            <a:pPr marL="158501" indent="-158501">
              <a:spcBef>
                <a:spcPct val="20000"/>
              </a:spcBef>
            </a:pPr>
            <a:b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This work is supported by US DOE award DE-FG02-93ER54222</a:t>
            </a:r>
          </a:p>
        </p:txBody>
      </p:sp>
      <p:sp>
        <p:nvSpPr>
          <p:cNvPr id="132" name="Text Box 115">
            <a:extLst>
              <a:ext uri="{FF2B5EF4-FFF2-40B4-BE49-F238E27FC236}">
                <a16:creationId xmlns:a16="http://schemas.microsoft.com/office/drawing/2014/main" id="{F35AEF50-8D05-4B51-94DC-5A84C76F1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0" y="28803601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Acknowledgements</a:t>
            </a:r>
          </a:p>
        </p:txBody>
      </p:sp>
      <p:sp>
        <p:nvSpPr>
          <p:cNvPr id="57" name="Rectangle 708">
            <a:extLst>
              <a:ext uri="{FF2B5EF4-FFF2-40B4-BE49-F238E27FC236}">
                <a16:creationId xmlns:a16="http://schemas.microsoft.com/office/drawing/2014/main" id="{DD18D9B4-018A-46D4-BD3A-8EF577BA1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546801"/>
            <a:ext cx="42976800" cy="914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158501" indent="-158501">
              <a:spcBef>
                <a:spcPct val="20000"/>
              </a:spcBef>
            </a:pP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15600" y="31729688"/>
            <a:ext cx="228600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26th Topical Conference on High Temperature Plasma Diagnostics. June 7 – June 11, 2026. Cambridge, MA</a:t>
            </a:r>
          </a:p>
        </p:txBody>
      </p:sp>
      <p:sp>
        <p:nvSpPr>
          <p:cNvPr id="64" name="Rectangle 708">
            <a:extLst>
              <a:ext uri="{FF2B5EF4-FFF2-40B4-BE49-F238E27FC236}">
                <a16:creationId xmlns:a16="http://schemas.microsoft.com/office/drawing/2014/main" id="{6972E9AC-E752-4108-9742-5E495583D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37272" y="25603200"/>
            <a:ext cx="10405872" cy="27432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228600" tIns="548640" rIns="228600"/>
          <a:lstStyle/>
          <a:p>
            <a:pPr>
              <a:spcBef>
                <a:spcPct val="20000"/>
              </a:spcBef>
            </a:pP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[1] K. Zhai et al, Rev. Sci. </a:t>
            </a:r>
            <a:r>
              <a:rPr lang="en-US" sz="2200" dirty="0" err="1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Instrum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., </a:t>
            </a:r>
            <a:r>
              <a:rPr lang="en-US" sz="22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75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3900-3902 (2004)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[2] W.R. Goodman et al, Rev. Sci. </a:t>
            </a:r>
            <a:r>
              <a:rPr lang="en-US" sz="2200" dirty="0" err="1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Instrum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., </a:t>
            </a:r>
            <a:r>
              <a:rPr lang="en-US" sz="22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94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093507 (2024)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[3] W. R. Goodman, B. Geiger, Rev. Sci. </a:t>
            </a:r>
            <a:r>
              <a:rPr lang="en-US" sz="2200" dirty="0" err="1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Instrum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., </a:t>
            </a:r>
            <a:r>
              <a:rPr lang="en-US" sz="22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95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093507 (2024)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[4] W. R. Goodman,  GitHub Repo, doi.org/10.5281/zenodo.20269598 (2026)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708">
                <a:extLst>
                  <a:ext uri="{FF2B5EF4-FFF2-40B4-BE49-F238E27FC236}">
                    <a16:creationId xmlns:a16="http://schemas.microsoft.com/office/drawing/2014/main" id="{4CF7D7F8-163A-4C79-A6CE-A166FB25F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11887200"/>
                <a:ext cx="10405872" cy="192024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274320" tIns="548640" rIns="274320"/>
              <a:lstStyle/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The HSX Stellarator</a:t>
                </a: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Major radius: 1.20 m                                                                                  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Average minor radius: 0.12 m                                                                    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Plasma volume: 0.44 m</a:t>
                </a:r>
                <a: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3                                                                                                                          </a:t>
                </a:r>
                <a:b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Field periods: 4                                                                                           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Number of main coils: 48                                                                         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Number of auxiliary coils: 48</a:t>
                </a: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5550408" algn="l"/>
                    <a:tab pos="9235440" algn="l"/>
                    <a:tab pos="9253728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</a:t>
                </a:r>
              </a:p>
              <a:p>
                <a:pPr>
                  <a:spcBef>
                    <a:spcPct val="20000"/>
                  </a:spcBef>
                  <a:tabLst>
                    <a:tab pos="5486400" algn="l"/>
                    <a:tab pos="9253728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HSX TS System</a:t>
                </a:r>
              </a:p>
              <a:p>
                <a:pPr>
                  <a:spcBef>
                    <a:spcPct val="20000"/>
                  </a:spcBef>
                  <a:tabLst>
                    <a:tab pos="5486400" algn="l"/>
                    <a:tab pos="9253728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10 spatial channels [1]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1.6*20 mm scattering area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0.01  ≤ 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T</a:t>
                </a:r>
                <a:r>
                  <a:rPr lang="en-US" sz="2400" baseline="-250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e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≤ 4 keV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0.5 ≤ n</a:t>
                </a:r>
                <a:r>
                  <a:rPr lang="en-US" sz="2400" baseline="-25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e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≤ 10 [10</a:t>
                </a:r>
                <a: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18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m</a:t>
                </a:r>
                <a: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-3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]</a:t>
                </a:r>
                <a:b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baseline="300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78.4 MHz detection BW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3.2 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GSa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/s digitization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endParaRPr lang="en-US" sz="2400" b="1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TSSM Filters[3]</a:t>
                </a: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9258102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Machine learning optimized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dual-passband filter set.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Reduces error and/or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increases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bandwidth by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more efficiently using the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collected photons from a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Thomson scattering event.</a:t>
                </a:r>
              </a:p>
              <a:p>
                <a:pPr>
                  <a:spcBef>
                    <a:spcPct val="20000"/>
                  </a:spcBef>
                  <a:tabLst>
                    <a:tab pos="9258102" algn="l"/>
                  </a:tabLst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5486400" algn="l"/>
                    <a:tab pos="9253728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Beam Path</a:t>
                </a:r>
              </a:p>
              <a:p>
                <a:pPr>
                  <a:spcBef>
                    <a:spcPct val="20000"/>
                  </a:spcBef>
                  <a:tabLst>
                    <a:tab pos="5486400" algn="l"/>
                    <a:tab pos="9253728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Even with high-reflectivity 	mirrors, each interaction results 	in a fractional power loss. Laser 	was mounted in a manner that 	there is only </a:t>
                </a:r>
                <a:r>
                  <a:rPr lang="en-US" sz="2400" b="1" i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one 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optic 	interaction along the beam 	path.</a:t>
                </a:r>
              </a:p>
              <a:p>
                <a:pPr>
                  <a:spcBef>
                    <a:spcPct val="20000"/>
                  </a:spcBef>
                  <a:tabLst>
                    <a:tab pos="4571902" algn="l"/>
                    <a:tab pos="9258102" algn="l"/>
                  </a:tabLst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Beam Dump</a:t>
                </a:r>
              </a:p>
              <a:p>
                <a:pPr>
                  <a:spcBef>
                    <a:spcPct val="20000"/>
                  </a:spcBef>
                  <a:tabLst>
                    <a:tab pos="9258105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 Coherent J-50MB-YAG-1528 Energy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Monitor is used as a combination beam dump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and shot-to-shot energy measurement system                                  enabling individual energy measurements for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each TS laser pulse.</a:t>
                </a:r>
              </a:p>
            </p:txBody>
          </p:sp>
        </mc:Choice>
        <mc:Fallback xmlns="">
          <p:sp>
            <p:nvSpPr>
              <p:cNvPr id="67" name="Rectangle 708">
                <a:extLst>
                  <a:ext uri="{FF2B5EF4-FFF2-40B4-BE49-F238E27FC236}">
                    <a16:creationId xmlns:a16="http://schemas.microsoft.com/office/drawing/2014/main" id="{4CF7D7F8-163A-4C79-A6CE-A166FB25F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1887200"/>
                <a:ext cx="10405872" cy="19202400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 Box 115">
            <a:extLst>
              <a:ext uri="{FF2B5EF4-FFF2-40B4-BE49-F238E27FC236}">
                <a16:creationId xmlns:a16="http://schemas.microsoft.com/office/drawing/2014/main" id="{ECD76BF7-2E04-4307-982B-AAB5D129C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728" y="4572001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Motivation</a:t>
            </a:r>
          </a:p>
        </p:txBody>
      </p:sp>
      <p:sp>
        <p:nvSpPr>
          <p:cNvPr id="76" name="Text Box 115">
            <a:extLst>
              <a:ext uri="{FF2B5EF4-FFF2-40B4-BE49-F238E27FC236}">
                <a16:creationId xmlns:a16="http://schemas.microsoft.com/office/drawing/2014/main" id="{C5680D3C-8851-4947-9AB3-61652AB4A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728" y="11430000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Thomson Scattering on HSX</a:t>
            </a:r>
          </a:p>
        </p:txBody>
      </p:sp>
      <p:sp>
        <p:nvSpPr>
          <p:cNvPr id="78" name="Text Box 115">
            <a:extLst>
              <a:ext uri="{FF2B5EF4-FFF2-40B4-BE49-F238E27FC236}">
                <a16:creationId xmlns:a16="http://schemas.microsoft.com/office/drawing/2014/main" id="{719EE872-981A-4016-BBCD-953ECC0E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0" y="25146001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708">
                <a:extLst>
                  <a:ext uri="{FF2B5EF4-FFF2-40B4-BE49-F238E27FC236}">
                    <a16:creationId xmlns:a16="http://schemas.microsoft.com/office/drawing/2014/main" id="{673732EB-6A4A-4162-83FB-28B4C4DFD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37272" y="5029199"/>
                <a:ext cx="10405872" cy="77724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228600" tIns="548640" rIns="228600"/>
              <a:lstStyle/>
              <a:p>
                <a:pPr algn="just">
                  <a:spcBef>
                    <a:spcPct val="20000"/>
                  </a:spcBef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An 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InnoLas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SpitLight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DPSS EVO IV has been incorporated into daily operations on the HSX Thomson scattering system. Mean beam energy through vessel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852 [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𝑚𝐽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89.7%</m:t>
                    </m:r>
                  </m:oMath>
                </a14:m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of initial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9</m:t>
                    </m:r>
                    <m:r>
                      <a:rPr lang="en-US" sz="2400" i="1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5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 [</m:t>
                    </m:r>
                    <m:r>
                      <a:rPr lang="en-US" sz="2400" i="1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𝑚𝐽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laser output.</a:t>
                </a:r>
              </a:p>
              <a:p>
                <a:pPr algn="just">
                  <a:spcBef>
                    <a:spcPct val="20000"/>
                  </a:spcBef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endParaRPr lang="en-US" sz="2400" dirty="0"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88" name="Rectangle 708">
                <a:extLst>
                  <a:ext uri="{FF2B5EF4-FFF2-40B4-BE49-F238E27FC236}">
                    <a16:creationId xmlns:a16="http://schemas.microsoft.com/office/drawing/2014/main" id="{673732EB-6A4A-4162-83FB-28B4C4DFD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37272" y="5029199"/>
                <a:ext cx="10405872" cy="7772400"/>
              </a:xfrm>
              <a:prstGeom prst="roundRect">
                <a:avLst>
                  <a:gd name="adj" fmla="val 0"/>
                </a:avLst>
              </a:prstGeom>
              <a:blipFill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 Box 115">
            <a:extLst>
              <a:ext uri="{FF2B5EF4-FFF2-40B4-BE49-F238E27FC236}">
                <a16:creationId xmlns:a16="http://schemas.microsoft.com/office/drawing/2014/main" id="{48B42D12-F7B2-4985-B8C6-79C37121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0" y="4572001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708">
                <a:extLst>
                  <a:ext uri="{FF2B5EF4-FFF2-40B4-BE49-F238E27FC236}">
                    <a16:creationId xmlns:a16="http://schemas.microsoft.com/office/drawing/2014/main" id="{FE8CD52A-E4FA-EF52-2A68-840B2CF5E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0272" y="4989853"/>
                <a:ext cx="21250656" cy="260604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274320" tIns="548640" rIns="274320" numCol="2" spcCol="457200"/>
              <a:lstStyle/>
              <a:p>
                <a:pPr>
                  <a:spcBef>
                    <a:spcPct val="20000"/>
                  </a:spcBef>
                  <a:tabLst>
                    <a:tab pos="4389120" algn="l"/>
                    <a:tab pos="9262872" algn="l"/>
                  </a:tabLst>
                </a:pPr>
                <a:r>
                  <a:rPr lang="en-US" sz="2400" b="1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InnoLas Laser System</a:t>
                </a:r>
              </a:p>
              <a:p>
                <a:pPr>
                  <a:spcBef>
                    <a:spcPct val="20000"/>
                  </a:spcBef>
                  <a:tabLst>
                    <a:tab pos="4389120" algn="l"/>
                    <a:tab pos="9262872" algn="l"/>
                  </a:tabLst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SpitLight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DPSS EVO IV </a:t>
                </a:r>
                <a:r>
                  <a:rPr lang="en-US" sz="2400" dirty="0" err="1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Nd:YAG</a:t>
                </a: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	~1 Joule, 1064 nm, 8 ns pulse		100 Hz continuous operation		80 pulses @ 400 Hz, 4 x 10 pulses @ 2 kHz                                             	Cold-rod operation standard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Laser Mounting</a:t>
                </a: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The EVO IV was mounted on an optical table ~1 m above the main TS </a:t>
                </a:r>
                <a:b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optical table, eliminating at least two optical elements required for a beam periscope. Shown are a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𝜆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-waveplate (QWP), a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𝜆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-waveplate (HWP), </a:t>
                </a:r>
                <a:b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and an interlocking beam shutter on the EVO IV exit.</a:t>
                </a: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b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Beam Energy</a:t>
                </a: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Beam energies were measured with a Coherent J-50MB-YAG-1528 </a:t>
                </a:r>
                <a:b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energy sensor (100 Hz / 400 Hz) or a Coherent J-50MT-10KHZ energy sensor (2 kHz). The </a:t>
                </a:r>
                <a:r>
                  <a:rPr lang="en-US" sz="2400" dirty="0" err="1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SpitLight</a:t>
                </a: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IV is capable of continuous operation of </a:t>
                </a:r>
                <a:b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100 Hz. 100 Hz operation has a short warm-up period of ~300 pulses </a:t>
                </a:r>
                <a:b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before leveling off at maximum energy output. Burst mode operation is enabled for up to 80 pulses at 400 Hz or  four sets of ten pulses at 2 kHz. Burst mode operation does not  have the initial warm-up period and does not have the same thermal lensing losses seen in 100 Hz operation.</a:t>
                </a: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Beam Polarization</a:t>
                </a: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Referring to the image of the HSX TS beam dump, a ~6” Brewster window is used as the beam exit. The Brewster window is installed so that p-polarized light is aligned with the magnetic 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Red Hat Text" panose="02010303040201060303" pitchFamily="2" charset="0"/>
                                <a:cs typeface="Red Hat Text" panose="02010303040201060303" pitchFamily="2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Red Hat Text" panose="02010303040201060303" pitchFamily="2" charset="0"/>
                                <a:cs typeface="Red Hat Text" panose="02010303040201060303" pitchFamily="2" charset="0"/>
                              </a:rPr>
                              <m:t>𝑩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𝑎𝑥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, which aids in polarization alignment. The one mirror that the HSX TS beam interacts with is at a non-45-degree angle, introducing ellipticity into the beam polarization. Polarization is corrected by adjusting a QWP and HWP in the beam path with the goal of maximizing measured energy through the Brewster window.</a:t>
                </a: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Final settings: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𝜆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waveplate @ 82° and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𝜆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waveplate @ 18°.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Uncorrected beam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Red Hat Text" panose="02010303040201060303" pitchFamily="2" charset="0"/>
                      </a:rPr>
                      <m:t>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Red Hat Text" panose="02010303040201060303" pitchFamily="2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rPr>
                      <m:t>82°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and phase shift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Red Hat Text" panose="02010303040201060303" pitchFamily="2" charset="0"/>
                      </a:rPr>
                      <m:t>δ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Red Hat Text" panose="02010303040201060303" pitchFamily="2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7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ed Hat Text" panose="02010303040201060303" pitchFamily="2" charset="0"/>
                          </a:rPr>
                          <m:t>𝜋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Red Hat Text" panose="02010303040201060303" pitchFamily="2" charset="0"/>
                            <a:cs typeface="Red Hat Text" panose="02010303040201060303" pitchFamily="2" charset="0"/>
                          </a:rPr>
                          <m:t>64</m:t>
                        </m:r>
                      </m:den>
                    </m:f>
                  </m:oMath>
                </a14:m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Energy Through Vessel</a:t>
                </a: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Warm-rod vs. Cold-rod Operation</a:t>
                </a:r>
                <a:endParaRPr lang="en-US" sz="2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When a diode-pumped solid-state laser operates with cold rods the thermal lens effect within the gain medium is minimal, meaning the rod behaves closer to a flat optical element, which can result in a larger or poorly matched mode volume. As the rods warm under sustained pumping, a roughly parabolic radial temperature gradient develops due to waste heat, creating a positive thermal lens that effectively shortens the cavity's equivalent focal length. A well-designed resonator is typically optimized for this steady-state thermal lens, so warm-rod operation yields a stable, well-defined mode, predictable beam divergence, and consistent output power. For example, for 100 Hz continuous operation, the </a:t>
                </a:r>
                <a:r>
                  <a:rPr lang="en-US" sz="2400" dirty="0" err="1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InnoLas</a:t>
                </a:r>
                <a: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 laser system incorporates a warm-up period before the laser functions at the factory design point.</a:t>
                </a: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Cold-rod measurements</a:t>
                </a:r>
                <a:b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b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b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b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br>
                  <a:rPr lang="en-US" sz="2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</a:b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sz="2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Warm-rod measurements		      </a:t>
                </a:r>
                <a:r>
                  <a:rPr lang="en-US" sz="1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Arduino GIGA R1 needed to run warm-rod code.</a:t>
                </a:r>
              </a:p>
              <a:p>
                <a:pPr>
                  <a:spcBef>
                    <a:spcPct val="20000"/>
                  </a:spcBef>
                  <a:tabLst>
                    <a:tab pos="5943473" algn="l"/>
                  </a:tabLst>
                </a:pPr>
                <a:endParaRPr lang="en-US" sz="2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12" name="Rectangle 708">
                <a:extLst>
                  <a:ext uri="{FF2B5EF4-FFF2-40B4-BE49-F238E27FC236}">
                    <a16:creationId xmlns:a16="http://schemas.microsoft.com/office/drawing/2014/main" id="{FE8CD52A-E4FA-EF52-2A68-840B2CF5EE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20272" y="4989853"/>
                <a:ext cx="21250656" cy="26060400"/>
              </a:xfrm>
              <a:prstGeom prst="roundRect">
                <a:avLst>
                  <a:gd name="adj" fmla="val 0"/>
                </a:avLst>
              </a:prstGeom>
              <a:blipFill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15">
            <a:extLst>
              <a:ext uri="{FF2B5EF4-FFF2-40B4-BE49-F238E27FC236}">
                <a16:creationId xmlns:a16="http://schemas.microsoft.com/office/drawing/2014/main" id="{C49FA72D-61DB-7095-AEA1-4359F086B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3398" y="4532654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Laser Implementation &amp; Results</a:t>
            </a:r>
          </a:p>
        </p:txBody>
      </p:sp>
      <p:pic>
        <p:nvPicPr>
          <p:cNvPr id="5" name="Picture 4" descr="A machine with a blue light&#10;&#10;Description automatically generated with medium confidence">
            <a:extLst>
              <a:ext uri="{FF2B5EF4-FFF2-40B4-BE49-F238E27FC236}">
                <a16:creationId xmlns:a16="http://schemas.microsoft.com/office/drawing/2014/main" id="{020F8C07-0328-E107-EE1C-E705DBF953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0" y="12435840"/>
            <a:ext cx="475302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701698-8FBC-2253-2069-F14FC437500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727680"/>
            <a:ext cx="5152074" cy="3657600"/>
          </a:xfrm>
          <a:prstGeom prst="rect">
            <a:avLst/>
          </a:prstGeom>
        </p:spPr>
      </p:pic>
      <p:pic>
        <p:nvPicPr>
          <p:cNvPr id="2953" name="Picture 2952">
            <a:extLst>
              <a:ext uri="{FF2B5EF4-FFF2-40B4-BE49-F238E27FC236}">
                <a16:creationId xmlns:a16="http://schemas.microsoft.com/office/drawing/2014/main" id="{6408A852-8926-43AE-3526-3DDA4A5868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7377" y="4962958"/>
            <a:ext cx="4130679" cy="3210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F6856-36FF-BC7D-5F05-A06996A7C7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9169360"/>
            <a:ext cx="9144000" cy="169039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59FF141-F762-BA28-9C96-D070CBDE4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5840" y="22768560"/>
            <a:ext cx="4572000" cy="3657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6A8196-301C-6256-8835-8DA94E76B56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>
            <a:fillRect/>
          </a:stretch>
        </p:blipFill>
        <p:spPr>
          <a:xfrm>
            <a:off x="7498080" y="25877520"/>
            <a:ext cx="2743200" cy="3429000"/>
          </a:xfrm>
          <a:prstGeom prst="rect">
            <a:avLst/>
          </a:prstGeom>
        </p:spPr>
      </p:pic>
      <p:sp>
        <p:nvSpPr>
          <p:cNvPr id="26" name="Rectangle 708">
            <a:extLst>
              <a:ext uri="{FF2B5EF4-FFF2-40B4-BE49-F238E27FC236}">
                <a16:creationId xmlns:a16="http://schemas.microsoft.com/office/drawing/2014/main" id="{604DDD58-C7E3-1851-9110-C3C094893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37272" y="19202401"/>
            <a:ext cx="10405872" cy="54864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228600" tIns="548640" rIns="228600"/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For access to all data, materials, and MATLAB functions used to generate this presentation, including code to enable warm-rod operation on an </a:t>
            </a:r>
            <a:r>
              <a:rPr lang="en-US" sz="2200" dirty="0" err="1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InnoLas</a:t>
            </a: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laser, please scan the QR code or go to  https://github.com/goodystacks/htpd2026[4].</a:t>
            </a:r>
          </a:p>
          <a:p>
            <a:pPr>
              <a:spcBef>
                <a:spcPct val="20000"/>
              </a:spcBef>
            </a:pPr>
            <a:endParaRPr lang="en-US" sz="22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For more info on HSX, please visit 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https://hsx.wisc.edu/.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For more info on the University of Wisconsin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or the Nuclear Engineering &amp; Engineering 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Physics department, visit engineering.wisc.edu/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departments/nuclear-engineering-</a:t>
            </a:r>
            <a:b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</a:br>
            <a:r>
              <a:rPr lang="en-US" sz="22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engineering-physics/</a:t>
            </a:r>
          </a:p>
        </p:txBody>
      </p:sp>
      <p:sp>
        <p:nvSpPr>
          <p:cNvPr id="27" name="Text Box 115">
            <a:extLst>
              <a:ext uri="{FF2B5EF4-FFF2-40B4-BE49-F238E27FC236}">
                <a16:creationId xmlns:a16="http://schemas.microsoft.com/office/drawing/2014/main" id="{0415650F-9C47-77C3-0A9B-52B4C80C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0" y="18745201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Info &amp; Resources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BA4300-F504-0A8A-EA3F-72BA21825C98}"/>
              </a:ext>
            </a:extLst>
          </p:cNvPr>
          <p:cNvGrpSpPr/>
          <p:nvPr/>
        </p:nvGrpSpPr>
        <p:grpSpPr>
          <a:xfrm>
            <a:off x="11978640" y="10149840"/>
            <a:ext cx="9144000" cy="8935494"/>
            <a:chOff x="10927080" y="11372748"/>
            <a:chExt cx="9144000" cy="8935494"/>
          </a:xfrm>
          <a:noFill/>
          <a:effectLst/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5B57517-5CC6-9527-1B72-080A15E6E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7080" y="11372748"/>
              <a:ext cx="9144000" cy="3858567"/>
            </a:xfrm>
            <a:prstGeom prst="rect">
              <a:avLst/>
            </a:prstGeom>
            <a:grpFill/>
            <a:ln w="152400" cap="sq">
              <a:solidFill>
                <a:srgbClr val="C5050C"/>
              </a:solidFill>
              <a:bevel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84A18CA-093B-4142-C6A9-F2A03C3C2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4427" r="11231"/>
            <a:stretch>
              <a:fillRect/>
            </a:stretch>
          </p:blipFill>
          <p:spPr>
            <a:xfrm>
              <a:off x="10927080" y="15231315"/>
              <a:ext cx="4572000" cy="5076926"/>
            </a:xfrm>
            <a:prstGeom prst="rect">
              <a:avLst/>
            </a:prstGeom>
            <a:grpFill/>
            <a:ln w="152400" cap="sq">
              <a:solidFill>
                <a:srgbClr val="C5050C"/>
              </a:solidFill>
              <a:bevel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13475C2-3532-FB66-B107-F9E35AA6C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57" b="1859"/>
            <a:stretch>
              <a:fillRect/>
            </a:stretch>
          </p:blipFill>
          <p:spPr>
            <a:xfrm>
              <a:off x="15499080" y="15231316"/>
              <a:ext cx="4572000" cy="5076926"/>
            </a:xfrm>
            <a:prstGeom prst="rect">
              <a:avLst/>
            </a:prstGeom>
            <a:grpFill/>
            <a:ln w="152400" cap="sq">
              <a:solidFill>
                <a:srgbClr val="C5050C"/>
              </a:solidFill>
              <a:bevel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91E345-7DF9-0F34-9EDA-7CBF78FABC7C}"/>
              </a:ext>
            </a:extLst>
          </p:cNvPr>
          <p:cNvGrpSpPr>
            <a:grpSpLocks noChangeAspect="1"/>
          </p:cNvGrpSpPr>
          <p:nvPr/>
        </p:nvGrpSpPr>
        <p:grpSpPr>
          <a:xfrm>
            <a:off x="11537376" y="22951440"/>
            <a:ext cx="9900569" cy="7920455"/>
            <a:chOff x="10793880" y="23980480"/>
            <a:chExt cx="9144000" cy="73152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6360B97-3D0B-5684-6753-7D16BDE37FA5}"/>
                </a:ext>
              </a:extLst>
            </p:cNvPr>
            <p:cNvGrpSpPr/>
            <p:nvPr/>
          </p:nvGrpSpPr>
          <p:grpSpPr>
            <a:xfrm>
              <a:off x="10793880" y="23980480"/>
              <a:ext cx="9144000" cy="7315200"/>
              <a:chOff x="10793880" y="23980480"/>
              <a:chExt cx="9144000" cy="7315200"/>
            </a:xfrm>
          </p:grpSpPr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0E54B82D-1906-C7BF-5AB0-056002C0B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793880" y="23980480"/>
                <a:ext cx="9144000" cy="7315200"/>
              </a:xfrm>
              <a:prstGeom prst="rect">
                <a:avLst/>
              </a:prstGeom>
            </p:spPr>
          </p:pic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7850E27-4630-4F44-DC10-3087C2BF74F2}"/>
                  </a:ext>
                </a:extLst>
              </p:cNvPr>
              <p:cNvSpPr/>
              <p:nvPr/>
            </p:nvSpPr>
            <p:spPr>
              <a:xfrm>
                <a:off x="11991975" y="24532573"/>
                <a:ext cx="720725" cy="1558925"/>
              </a:xfrm>
              <a:prstGeom prst="rect">
                <a:avLst/>
              </a:prstGeom>
              <a:solidFill>
                <a:srgbClr val="C5050C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Callout: Line 45">
              <a:extLst>
                <a:ext uri="{FF2B5EF4-FFF2-40B4-BE49-F238E27FC236}">
                  <a16:creationId xmlns:a16="http://schemas.microsoft.com/office/drawing/2014/main" id="{88ADFFE6-34E2-B142-670D-DE7482E46D4B}"/>
                </a:ext>
              </a:extLst>
            </p:cNvPr>
            <p:cNvSpPr/>
            <p:nvPr/>
          </p:nvSpPr>
          <p:spPr>
            <a:xfrm>
              <a:off x="13169900" y="25156783"/>
              <a:ext cx="1531620" cy="377180"/>
            </a:xfrm>
            <a:prstGeom prst="borderCallout1">
              <a:avLst>
                <a:gd name="adj1" fmla="val 18750"/>
                <a:gd name="adj2" fmla="val -8333"/>
                <a:gd name="adj3" fmla="val 57280"/>
                <a:gd name="adj4" fmla="val -30581"/>
              </a:avLst>
            </a:prstGeom>
            <a:solidFill>
              <a:srgbClr val="C5050C">
                <a:alpha val="50000"/>
              </a:srgbClr>
            </a:solidFill>
            <a:ln>
              <a:solidFill>
                <a:srgbClr val="C505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1" dirty="0">
                  <a:solidFill>
                    <a:schemeClr val="tx1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Warm-up Period</a:t>
              </a:r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652C2356-CB5B-D9C6-011D-8285BA4319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724655" y="20993238"/>
            <a:ext cx="3678865" cy="367886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9B0949-165D-F301-9007-2CA58FFCC2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6296" r="6296"/>
          <a:stretch/>
        </p:blipFill>
        <p:spPr>
          <a:xfrm>
            <a:off x="22677120" y="8961120"/>
            <a:ext cx="9144000" cy="4184542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0F7102E7-729C-29EB-EFB7-E27981F45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7361" r="6458"/>
          <a:stretch>
            <a:fillRect/>
          </a:stretch>
        </p:blipFill>
        <p:spPr>
          <a:xfrm>
            <a:off x="33088028" y="7713508"/>
            <a:ext cx="10315492" cy="47878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A7611C-43B7-648B-8149-7298F0DA81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36405" y="19595738"/>
            <a:ext cx="6017523" cy="3425558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4D16BEBE-DF50-FD06-B1C7-47C57E762572}"/>
              </a:ext>
            </a:extLst>
          </p:cNvPr>
          <p:cNvGrpSpPr/>
          <p:nvPr/>
        </p:nvGrpSpPr>
        <p:grpSpPr>
          <a:xfrm>
            <a:off x="22219920" y="25267370"/>
            <a:ext cx="5486401" cy="5556951"/>
            <a:chOff x="22219920" y="25267370"/>
            <a:chExt cx="5486401" cy="555695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1C43D7-A9C9-42AA-6129-764D365F7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18" t="15617" r="8744" b="6501"/>
            <a:stretch>
              <a:fillRect/>
            </a:stretch>
          </p:blipFill>
          <p:spPr>
            <a:xfrm>
              <a:off x="22219920" y="25267370"/>
              <a:ext cx="5486401" cy="2661177"/>
            </a:xfrm>
            <a:prstGeom prst="rect">
              <a:avLst/>
            </a:prstGeom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022D38B9-20C4-C612-BEA7-D89502D51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72" r="19357" b="13214"/>
            <a:stretch>
              <a:fillRect/>
            </a:stretch>
          </p:blipFill>
          <p:spPr>
            <a:xfrm>
              <a:off x="22219920" y="28437840"/>
              <a:ext cx="5486401" cy="2386481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F6BDE5-0700-4AF7-6480-0B023DD6F7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37409" y="25568286"/>
              <a:ext cx="548640" cy="548640"/>
            </a:xfrm>
            <a:prstGeom prst="ellipse">
              <a:avLst/>
            </a:prstGeom>
            <a:noFill/>
            <a:ln>
              <a:solidFill>
                <a:srgbClr val="C401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77FBD60-B4C9-6007-30A3-DF87BDE138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021217" y="28687406"/>
              <a:ext cx="548640" cy="548640"/>
            </a:xfrm>
            <a:prstGeom prst="ellipse">
              <a:avLst/>
            </a:prstGeom>
            <a:noFill/>
            <a:ln>
              <a:solidFill>
                <a:srgbClr val="C401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518D5AFC-B777-FE75-CC2A-539E51B83AF6}"/>
                </a:ext>
              </a:extLst>
            </p:cNvPr>
            <p:cNvCxnSpPr>
              <a:cxnSpLocks/>
              <a:stCxn id="25" idx="2"/>
              <a:endCxn id="29" idx="2"/>
            </p:cNvCxnSpPr>
            <p:nvPr/>
          </p:nvCxnSpPr>
          <p:spPr>
            <a:xfrm rot="10800000" flipH="1" flipV="1">
              <a:off x="22737409" y="25842606"/>
              <a:ext cx="283808" cy="3119120"/>
            </a:xfrm>
            <a:prstGeom prst="bentConnector3">
              <a:avLst>
                <a:gd name="adj1" fmla="val -241642"/>
              </a:avLst>
            </a:prstGeom>
            <a:ln w="25400">
              <a:solidFill>
                <a:srgbClr val="C5050C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9678A3AE-1D1F-A4AA-DC85-1B30B8D4F9A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163520" y="25328880"/>
            <a:ext cx="3987800" cy="2451100"/>
          </a:xfrm>
          <a:prstGeom prst="rect">
            <a:avLst/>
          </a:prstGeom>
        </p:spPr>
      </p:pic>
      <p:sp>
        <p:nvSpPr>
          <p:cNvPr id="66" name="Rectangle 708">
            <a:extLst>
              <a:ext uri="{FF2B5EF4-FFF2-40B4-BE49-F238E27FC236}">
                <a16:creationId xmlns:a16="http://schemas.microsoft.com/office/drawing/2014/main" id="{F7FB5600-1E0F-210C-2BB6-F33079D35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37272" y="13716000"/>
            <a:ext cx="10405872" cy="457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228600" tIns="548640" rIns="228600"/>
          <a:lstStyle/>
          <a:p>
            <a:pPr algn="just">
              <a:spcBef>
                <a:spcPct val="20000"/>
              </a:spcBef>
            </a:pPr>
            <a:endParaRPr lang="en-US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algn="just">
              <a:spcBef>
                <a:spcPct val="20000"/>
              </a:spcBef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Commission 2 kHz burst mode for daily operation</a:t>
            </a:r>
          </a:p>
          <a:p>
            <a:pPr algn="just">
              <a:spcBef>
                <a:spcPct val="20000"/>
              </a:spcBef>
            </a:pP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Design an ultra-low reflection beam expander lens system to eliminate possible stray light and avoid damage to the Coherent </a:t>
            </a:r>
            <a:r>
              <a:rPr lang="en-US" sz="2400" dirty="0" err="1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EnergyMax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-USB J-50MT-10KHZ Energy Sensor</a:t>
            </a:r>
          </a:p>
          <a:p>
            <a:pPr algn="just">
              <a:spcBef>
                <a:spcPct val="20000"/>
              </a:spcBef>
            </a:pPr>
            <a:endParaRPr lang="en-US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algn="just">
              <a:spcBef>
                <a:spcPct val="20000"/>
              </a:spcBef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Commission warm-rod mode for daily operation</a:t>
            </a:r>
          </a:p>
          <a:p>
            <a:pPr algn="just">
              <a:spcBef>
                <a:spcPct val="20000"/>
              </a:spcBef>
            </a:pP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Add control channels to the HSX control system, verify operational stability, reperform Raman alignment and calibration.</a:t>
            </a:r>
          </a:p>
        </p:txBody>
      </p:sp>
      <p:sp>
        <p:nvSpPr>
          <p:cNvPr id="68" name="Text Box 115">
            <a:extLst>
              <a:ext uri="{FF2B5EF4-FFF2-40B4-BE49-F238E27FC236}">
                <a16:creationId xmlns:a16="http://schemas.microsoft.com/office/drawing/2014/main" id="{3A027416-54D7-30FF-6CED-E15CBFCC6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0" y="13258800"/>
            <a:ext cx="8778240" cy="914400"/>
          </a:xfrm>
          <a:prstGeom prst="roundRect">
            <a:avLst>
              <a:gd name="adj" fmla="val 0"/>
            </a:avLst>
          </a:prstGeom>
          <a:solidFill>
            <a:srgbClr val="C5050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1">
            <a:no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Red Hat Display" panose="020103030402010D0303" pitchFamily="2" charset="0"/>
                <a:ea typeface="Red Hat Display" panose="020103030402010D0303" pitchFamily="2" charset="0"/>
                <a:cs typeface="Red Hat Display" panose="020103030402010D0303" pitchFamily="2" charset="0"/>
                <a:sym typeface="Symbol" pitchFamily="96" charset="2"/>
              </a:rPr>
              <a:t>Future Work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201D4244-05DC-17BB-3042-6A781D8D0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2128480" y="15179040"/>
            <a:ext cx="10058400" cy="45720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EC572E55-A4CE-196C-AFB6-4AD9DF24F3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7819252" y="28538321"/>
            <a:ext cx="4638744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111798</TotalTime>
  <Words>1264</Words>
  <Application>Microsoft Office PowerPoint</Application>
  <PresentationFormat>Custom</PresentationFormat>
  <Paragraphs>127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Baskerville Old Face</vt:lpstr>
      <vt:lpstr>Cambria Math</vt:lpstr>
      <vt:lpstr>Red Hat Display</vt:lpstr>
      <vt:lpstr>Red Hat Text</vt:lpstr>
      <vt:lpstr>Times New Roman</vt:lpstr>
      <vt:lpstr>Default Design</vt:lpstr>
      <vt:lpstr>PowerPoint Presentation</vt:lpstr>
    </vt:vector>
  </TitlesOfParts>
  <Company>HSX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WalterG</dc:creator>
  <cp:lastModifiedBy>Wayne Goodman</cp:lastModifiedBy>
  <cp:revision>4479</cp:revision>
  <cp:lastPrinted>2023-10-27T16:03:48Z</cp:lastPrinted>
  <dcterms:created xsi:type="dcterms:W3CDTF">2005-10-11T17:07:47Z</dcterms:created>
  <dcterms:modified xsi:type="dcterms:W3CDTF">2026-06-05T15:41:01Z</dcterms:modified>
</cp:coreProperties>
</file>